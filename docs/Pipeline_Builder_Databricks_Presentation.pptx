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936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44D715-1982-4A1C-90FA-8EACBECFC94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3A060D-41ED-4AB2-9793-BFACACA7BA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What is Pipeline Builder?</a:t>
          </a:r>
        </a:p>
      </dgm:t>
    </dgm:pt>
    <dgm:pt modelId="{0D692579-FB3C-4167-849D-7E89DFA32FF6}" type="parTrans" cxnId="{CDDB4132-ED38-4C66-BDC0-C2627CBA21E7}">
      <dgm:prSet/>
      <dgm:spPr/>
      <dgm:t>
        <a:bodyPr/>
        <a:lstStyle/>
        <a:p>
          <a:endParaRPr lang="en-US"/>
        </a:p>
      </dgm:t>
    </dgm:pt>
    <dgm:pt modelId="{E056E54B-BF3C-4FA0-A1AE-E3863AF17F5B}" type="sibTrans" cxnId="{CDDB4132-ED38-4C66-BDC0-C2627CBA21E7}">
      <dgm:prSet/>
      <dgm:spPr/>
      <dgm:t>
        <a:bodyPr/>
        <a:lstStyle/>
        <a:p>
          <a:endParaRPr lang="en-US"/>
        </a:p>
      </dgm:t>
    </dgm:pt>
    <dgm:pt modelId="{8714EA56-91A7-4D13-B1B1-7B75A5A128E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Medallion Architecture Overview</a:t>
          </a:r>
        </a:p>
      </dgm:t>
    </dgm:pt>
    <dgm:pt modelId="{D81B4375-27BF-45BA-9BCB-B2E1DD063C05}" type="parTrans" cxnId="{CF1BCA2A-3CBB-4659-A6BC-8E2E619DB691}">
      <dgm:prSet/>
      <dgm:spPr/>
      <dgm:t>
        <a:bodyPr/>
        <a:lstStyle/>
        <a:p>
          <a:endParaRPr lang="en-US"/>
        </a:p>
      </dgm:t>
    </dgm:pt>
    <dgm:pt modelId="{6E0420AC-2821-4CAE-A4F6-F9142BA2E8A0}" type="sibTrans" cxnId="{CF1BCA2A-3CBB-4659-A6BC-8E2E619DB691}">
      <dgm:prSet/>
      <dgm:spPr/>
      <dgm:t>
        <a:bodyPr/>
        <a:lstStyle/>
        <a:p>
          <a:endParaRPr lang="en-US"/>
        </a:p>
      </dgm:t>
    </dgm:pt>
    <dgm:pt modelId="{49CBC3CE-40CC-4D4D-9B79-BCD90868F0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Building Silver &amp; Gold Tables</a:t>
          </a:r>
        </a:p>
      </dgm:t>
    </dgm:pt>
    <dgm:pt modelId="{443C7EE4-4F37-4201-B47F-7EA6A6FF0634}" type="parTrans" cxnId="{5DBAED4B-7344-4740-94E2-9F68BB95457D}">
      <dgm:prSet/>
      <dgm:spPr/>
      <dgm:t>
        <a:bodyPr/>
        <a:lstStyle/>
        <a:p>
          <a:endParaRPr lang="en-US"/>
        </a:p>
      </dgm:t>
    </dgm:pt>
    <dgm:pt modelId="{F0F9366C-6F01-4440-8592-479D98F5477B}" type="sibTrans" cxnId="{5DBAED4B-7344-4740-94E2-9F68BB95457D}">
      <dgm:prSet/>
      <dgm:spPr/>
      <dgm:t>
        <a:bodyPr/>
        <a:lstStyle/>
        <a:p>
          <a:endParaRPr lang="en-US"/>
        </a:p>
      </dgm:t>
    </dgm:pt>
    <dgm:pt modelId="{A74CE7F7-412B-4D49-8910-ACB12DC5E35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Incremental Processing &amp; Scheduling</a:t>
          </a:r>
        </a:p>
      </dgm:t>
    </dgm:pt>
    <dgm:pt modelId="{B09FAC34-F86F-409A-87BF-092266A7BE28}" type="parTrans" cxnId="{80D3D74E-B525-413E-9812-FC90AD24C232}">
      <dgm:prSet/>
      <dgm:spPr/>
      <dgm:t>
        <a:bodyPr/>
        <a:lstStyle/>
        <a:p>
          <a:endParaRPr lang="en-US"/>
        </a:p>
      </dgm:t>
    </dgm:pt>
    <dgm:pt modelId="{458C818D-0D0B-42DC-9A97-4996B2DB4720}" type="sibTrans" cxnId="{80D3D74E-B525-413E-9812-FC90AD24C232}">
      <dgm:prSet/>
      <dgm:spPr/>
      <dgm:t>
        <a:bodyPr/>
        <a:lstStyle/>
        <a:p>
          <a:endParaRPr lang="en-US"/>
        </a:p>
      </dgm:t>
    </dgm:pt>
    <dgm:pt modelId="{C948592D-2794-4122-B473-2BF41A9F029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Production Deployment on Databricks</a:t>
          </a:r>
        </a:p>
      </dgm:t>
    </dgm:pt>
    <dgm:pt modelId="{E40C754A-20D4-43CA-9AC7-88224E3B5255}" type="parTrans" cxnId="{5C19E890-8F4C-438E-83FC-C5EF12169967}">
      <dgm:prSet/>
      <dgm:spPr/>
      <dgm:t>
        <a:bodyPr/>
        <a:lstStyle/>
        <a:p>
          <a:endParaRPr lang="en-US"/>
        </a:p>
      </dgm:t>
    </dgm:pt>
    <dgm:pt modelId="{42D9CDBC-DCAE-4D0A-8A60-6F3241E91A01}" type="sibTrans" cxnId="{5C19E890-8F4C-438E-83FC-C5EF12169967}">
      <dgm:prSet/>
      <dgm:spPr/>
      <dgm:t>
        <a:bodyPr/>
        <a:lstStyle/>
        <a:p>
          <a:endParaRPr lang="en-US"/>
        </a:p>
      </dgm:t>
    </dgm:pt>
    <dgm:pt modelId="{D9ED524C-1CD7-44DD-BDD5-953DFA9AB54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Real-World Example</a:t>
          </a:r>
        </a:p>
      </dgm:t>
    </dgm:pt>
    <dgm:pt modelId="{3416683A-3A56-49A2-8B36-7A75A500D75E}" type="parTrans" cxnId="{C138E9DF-0C1B-4B29-86EB-7254573292D5}">
      <dgm:prSet/>
      <dgm:spPr/>
      <dgm:t>
        <a:bodyPr/>
        <a:lstStyle/>
        <a:p>
          <a:endParaRPr lang="en-US"/>
        </a:p>
      </dgm:t>
    </dgm:pt>
    <dgm:pt modelId="{50ABA56F-B893-4F16-B07B-DBD057AE209A}" type="sibTrans" cxnId="{C138E9DF-0C1B-4B29-86EB-7254573292D5}">
      <dgm:prSet/>
      <dgm:spPr/>
      <dgm:t>
        <a:bodyPr/>
        <a:lstStyle/>
        <a:p>
          <a:endParaRPr lang="en-US"/>
        </a:p>
      </dgm:t>
    </dgm:pt>
    <dgm:pt modelId="{CA3BABE8-B2F1-4E3E-9B12-0DEE04DF789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Benefits &amp; ROI</a:t>
          </a:r>
        </a:p>
      </dgm:t>
    </dgm:pt>
    <dgm:pt modelId="{185868B5-99C8-4414-8E52-FA7660F67693}" type="parTrans" cxnId="{0CAFE1E0-32AF-4122-BCD8-FD41AA562466}">
      <dgm:prSet/>
      <dgm:spPr/>
      <dgm:t>
        <a:bodyPr/>
        <a:lstStyle/>
        <a:p>
          <a:endParaRPr lang="en-US"/>
        </a:p>
      </dgm:t>
    </dgm:pt>
    <dgm:pt modelId="{F8063403-5D41-4A57-B3B6-B443BACC3BBF}" type="sibTrans" cxnId="{0CAFE1E0-32AF-4122-BCD8-FD41AA562466}">
      <dgm:prSet/>
      <dgm:spPr/>
      <dgm:t>
        <a:bodyPr/>
        <a:lstStyle/>
        <a:p>
          <a:endParaRPr lang="en-US"/>
        </a:p>
      </dgm:t>
    </dgm:pt>
    <dgm:pt modelId="{10CB3801-E592-495C-A1A2-01F793D5B50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Q&amp;A</a:t>
          </a:r>
        </a:p>
      </dgm:t>
    </dgm:pt>
    <dgm:pt modelId="{B0D4B486-DC29-495B-AAE9-CFB6D441B278}" type="parTrans" cxnId="{F453D65F-4CE9-4145-A165-D561EB15FA21}">
      <dgm:prSet/>
      <dgm:spPr/>
      <dgm:t>
        <a:bodyPr/>
        <a:lstStyle/>
        <a:p>
          <a:endParaRPr lang="en-US"/>
        </a:p>
      </dgm:t>
    </dgm:pt>
    <dgm:pt modelId="{ED41F1C6-F476-472B-8536-AE9304A95DD7}" type="sibTrans" cxnId="{F453D65F-4CE9-4145-A165-D561EB15FA21}">
      <dgm:prSet/>
      <dgm:spPr/>
      <dgm:t>
        <a:bodyPr/>
        <a:lstStyle/>
        <a:p>
          <a:endParaRPr lang="en-US"/>
        </a:p>
      </dgm:t>
    </dgm:pt>
    <dgm:pt modelId="{F5631EA5-EE01-4B00-AD66-4DEA4E7159EC}" type="pres">
      <dgm:prSet presAssocID="{6E44D715-1982-4A1C-90FA-8EACBECFC946}" presName="root" presStyleCnt="0">
        <dgm:presLayoutVars>
          <dgm:dir/>
          <dgm:resizeHandles val="exact"/>
        </dgm:presLayoutVars>
      </dgm:prSet>
      <dgm:spPr/>
    </dgm:pt>
    <dgm:pt modelId="{43759ACF-1E0C-44EA-9E73-8855C9849123}" type="pres">
      <dgm:prSet presAssocID="{F73A060D-41ED-4AB2-9793-BFACACA7BA98}" presName="compNode" presStyleCnt="0"/>
      <dgm:spPr/>
    </dgm:pt>
    <dgm:pt modelId="{C7139D6E-9A45-4108-9C0F-F24A7055F22E}" type="pres">
      <dgm:prSet presAssocID="{F73A060D-41ED-4AB2-9793-BFACACA7BA98}" presName="iconBgRect" presStyleLbl="bgShp" presStyleIdx="0" presStyleCnt="8"/>
      <dgm:spPr/>
    </dgm:pt>
    <dgm:pt modelId="{05683768-AB3A-467C-8EAD-A4E931B7FD88}" type="pres">
      <dgm:prSet presAssocID="{F73A060D-41ED-4AB2-9793-BFACACA7BA98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310C9418-770A-4DEC-A4E9-B44675A4A641}" type="pres">
      <dgm:prSet presAssocID="{F73A060D-41ED-4AB2-9793-BFACACA7BA98}" presName="spaceRect" presStyleCnt="0"/>
      <dgm:spPr/>
    </dgm:pt>
    <dgm:pt modelId="{212B8723-250E-4446-BD76-B7E0A93334B4}" type="pres">
      <dgm:prSet presAssocID="{F73A060D-41ED-4AB2-9793-BFACACA7BA98}" presName="textRect" presStyleLbl="revTx" presStyleIdx="0" presStyleCnt="8">
        <dgm:presLayoutVars>
          <dgm:chMax val="1"/>
          <dgm:chPref val="1"/>
        </dgm:presLayoutVars>
      </dgm:prSet>
      <dgm:spPr/>
    </dgm:pt>
    <dgm:pt modelId="{DD1DC624-E967-4A1F-8E83-19A94D4250D0}" type="pres">
      <dgm:prSet presAssocID="{E056E54B-BF3C-4FA0-A1AE-E3863AF17F5B}" presName="sibTrans" presStyleCnt="0"/>
      <dgm:spPr/>
    </dgm:pt>
    <dgm:pt modelId="{162DAB2C-B68D-4311-A8A9-8E3934F5E7FF}" type="pres">
      <dgm:prSet presAssocID="{8714EA56-91A7-4D13-B1B1-7B75A5A128E1}" presName="compNode" presStyleCnt="0"/>
      <dgm:spPr/>
    </dgm:pt>
    <dgm:pt modelId="{6B9A0D8F-1E4D-4574-8AF8-34067B0330E8}" type="pres">
      <dgm:prSet presAssocID="{8714EA56-91A7-4D13-B1B1-7B75A5A128E1}" presName="iconBgRect" presStyleLbl="bgShp" presStyleIdx="1" presStyleCnt="8"/>
      <dgm:spPr/>
    </dgm:pt>
    <dgm:pt modelId="{11275588-0DAF-4A4C-B4D7-B077642C633C}" type="pres">
      <dgm:prSet presAssocID="{8714EA56-91A7-4D13-B1B1-7B75A5A128E1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D443DA3-DA04-4E41-AC7B-C8E1B54477A0}" type="pres">
      <dgm:prSet presAssocID="{8714EA56-91A7-4D13-B1B1-7B75A5A128E1}" presName="spaceRect" presStyleCnt="0"/>
      <dgm:spPr/>
    </dgm:pt>
    <dgm:pt modelId="{A9ED8209-FA54-4CAC-A679-C1861DACD9B9}" type="pres">
      <dgm:prSet presAssocID="{8714EA56-91A7-4D13-B1B1-7B75A5A128E1}" presName="textRect" presStyleLbl="revTx" presStyleIdx="1" presStyleCnt="8">
        <dgm:presLayoutVars>
          <dgm:chMax val="1"/>
          <dgm:chPref val="1"/>
        </dgm:presLayoutVars>
      </dgm:prSet>
      <dgm:spPr/>
    </dgm:pt>
    <dgm:pt modelId="{5EEE92E6-FC44-4805-9947-DE59E690469D}" type="pres">
      <dgm:prSet presAssocID="{6E0420AC-2821-4CAE-A4F6-F9142BA2E8A0}" presName="sibTrans" presStyleCnt="0"/>
      <dgm:spPr/>
    </dgm:pt>
    <dgm:pt modelId="{BA8F3930-B466-478D-ACED-8DBE6BA3F8BB}" type="pres">
      <dgm:prSet presAssocID="{49CBC3CE-40CC-4D4D-9B79-BCD90868F091}" presName="compNode" presStyleCnt="0"/>
      <dgm:spPr/>
    </dgm:pt>
    <dgm:pt modelId="{81AD1F1E-D13C-4BD4-80E4-35D29ACB3F76}" type="pres">
      <dgm:prSet presAssocID="{49CBC3CE-40CC-4D4D-9B79-BCD90868F091}" presName="iconBgRect" presStyleLbl="bgShp" presStyleIdx="2" presStyleCnt="8"/>
      <dgm:spPr/>
    </dgm:pt>
    <dgm:pt modelId="{31527190-8A03-4491-A24E-B693F0353DCE}" type="pres">
      <dgm:prSet presAssocID="{49CBC3CE-40CC-4D4D-9B79-BCD90868F091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88FBCF63-F8B7-40B1-989B-FDDFC51FFB9B}" type="pres">
      <dgm:prSet presAssocID="{49CBC3CE-40CC-4D4D-9B79-BCD90868F091}" presName="spaceRect" presStyleCnt="0"/>
      <dgm:spPr/>
    </dgm:pt>
    <dgm:pt modelId="{B8733F4D-B5B7-474F-99AF-A046CCA92E13}" type="pres">
      <dgm:prSet presAssocID="{49CBC3CE-40CC-4D4D-9B79-BCD90868F091}" presName="textRect" presStyleLbl="revTx" presStyleIdx="2" presStyleCnt="8">
        <dgm:presLayoutVars>
          <dgm:chMax val="1"/>
          <dgm:chPref val="1"/>
        </dgm:presLayoutVars>
      </dgm:prSet>
      <dgm:spPr/>
    </dgm:pt>
    <dgm:pt modelId="{C7948B30-F4BE-442D-AF46-041BEC00C083}" type="pres">
      <dgm:prSet presAssocID="{F0F9366C-6F01-4440-8592-479D98F5477B}" presName="sibTrans" presStyleCnt="0"/>
      <dgm:spPr/>
    </dgm:pt>
    <dgm:pt modelId="{2FBC9CCC-8C19-4914-BA21-D502EE237BB0}" type="pres">
      <dgm:prSet presAssocID="{A74CE7F7-412B-4D49-8910-ACB12DC5E35F}" presName="compNode" presStyleCnt="0"/>
      <dgm:spPr/>
    </dgm:pt>
    <dgm:pt modelId="{D92BA145-3E7E-400F-BE79-07261D258D1C}" type="pres">
      <dgm:prSet presAssocID="{A74CE7F7-412B-4D49-8910-ACB12DC5E35F}" presName="iconBgRect" presStyleLbl="bgShp" presStyleIdx="3" presStyleCnt="8"/>
      <dgm:spPr/>
    </dgm:pt>
    <dgm:pt modelId="{3857DF2C-64DC-40E9-A117-2B04718B2E86}" type="pres">
      <dgm:prSet presAssocID="{A74CE7F7-412B-4D49-8910-ACB12DC5E35F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E3B557B3-A17D-4187-A85A-BB989C879EFF}" type="pres">
      <dgm:prSet presAssocID="{A74CE7F7-412B-4D49-8910-ACB12DC5E35F}" presName="spaceRect" presStyleCnt="0"/>
      <dgm:spPr/>
    </dgm:pt>
    <dgm:pt modelId="{0C129A12-9DB0-4FC6-86B1-996E16AD1769}" type="pres">
      <dgm:prSet presAssocID="{A74CE7F7-412B-4D49-8910-ACB12DC5E35F}" presName="textRect" presStyleLbl="revTx" presStyleIdx="3" presStyleCnt="8">
        <dgm:presLayoutVars>
          <dgm:chMax val="1"/>
          <dgm:chPref val="1"/>
        </dgm:presLayoutVars>
      </dgm:prSet>
      <dgm:spPr/>
    </dgm:pt>
    <dgm:pt modelId="{05C8E557-7C56-40B7-AC9D-697638DD079E}" type="pres">
      <dgm:prSet presAssocID="{458C818D-0D0B-42DC-9A97-4996B2DB4720}" presName="sibTrans" presStyleCnt="0"/>
      <dgm:spPr/>
    </dgm:pt>
    <dgm:pt modelId="{F9E26225-0835-4637-B527-1551D16635BC}" type="pres">
      <dgm:prSet presAssocID="{C948592D-2794-4122-B473-2BF41A9F029E}" presName="compNode" presStyleCnt="0"/>
      <dgm:spPr/>
    </dgm:pt>
    <dgm:pt modelId="{9011FE9A-EFC6-442C-BCD3-DB9AFBAC8E28}" type="pres">
      <dgm:prSet presAssocID="{C948592D-2794-4122-B473-2BF41A9F029E}" presName="iconBgRect" presStyleLbl="bgShp" presStyleIdx="4" presStyleCnt="8"/>
      <dgm:spPr/>
    </dgm:pt>
    <dgm:pt modelId="{1AB0C633-7B04-4377-B36F-61AB64AC4E6A}" type="pres">
      <dgm:prSet presAssocID="{C948592D-2794-4122-B473-2BF41A9F029E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C44C077B-E268-4A3F-887D-65A5CDB17515}" type="pres">
      <dgm:prSet presAssocID="{C948592D-2794-4122-B473-2BF41A9F029E}" presName="spaceRect" presStyleCnt="0"/>
      <dgm:spPr/>
    </dgm:pt>
    <dgm:pt modelId="{2095F51C-924A-47D2-B019-2318B3482214}" type="pres">
      <dgm:prSet presAssocID="{C948592D-2794-4122-B473-2BF41A9F029E}" presName="textRect" presStyleLbl="revTx" presStyleIdx="4" presStyleCnt="8">
        <dgm:presLayoutVars>
          <dgm:chMax val="1"/>
          <dgm:chPref val="1"/>
        </dgm:presLayoutVars>
      </dgm:prSet>
      <dgm:spPr/>
    </dgm:pt>
    <dgm:pt modelId="{53070950-1CA3-4A49-B2E7-BACF80504194}" type="pres">
      <dgm:prSet presAssocID="{42D9CDBC-DCAE-4D0A-8A60-6F3241E91A01}" presName="sibTrans" presStyleCnt="0"/>
      <dgm:spPr/>
    </dgm:pt>
    <dgm:pt modelId="{6A13F0DB-531A-4C64-9C34-5AF6C2BC5C98}" type="pres">
      <dgm:prSet presAssocID="{D9ED524C-1CD7-44DD-BDD5-953DFA9AB544}" presName="compNode" presStyleCnt="0"/>
      <dgm:spPr/>
    </dgm:pt>
    <dgm:pt modelId="{F13FAC0F-4E18-4F3B-9131-6110D8E655A9}" type="pres">
      <dgm:prSet presAssocID="{D9ED524C-1CD7-44DD-BDD5-953DFA9AB544}" presName="iconBgRect" presStyleLbl="bgShp" presStyleIdx="5" presStyleCnt="8"/>
      <dgm:spPr/>
    </dgm:pt>
    <dgm:pt modelId="{B5279075-EE60-4B39-BDEA-F3A8830E059E}" type="pres">
      <dgm:prSet presAssocID="{D9ED524C-1CD7-44DD-BDD5-953DFA9AB544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FC6AFA3A-A380-49DC-B2A8-9D6D8CC71A01}" type="pres">
      <dgm:prSet presAssocID="{D9ED524C-1CD7-44DD-BDD5-953DFA9AB544}" presName="spaceRect" presStyleCnt="0"/>
      <dgm:spPr/>
    </dgm:pt>
    <dgm:pt modelId="{78D07610-0EA4-4BAC-BC73-6B33EE19AAE9}" type="pres">
      <dgm:prSet presAssocID="{D9ED524C-1CD7-44DD-BDD5-953DFA9AB544}" presName="textRect" presStyleLbl="revTx" presStyleIdx="5" presStyleCnt="8">
        <dgm:presLayoutVars>
          <dgm:chMax val="1"/>
          <dgm:chPref val="1"/>
        </dgm:presLayoutVars>
      </dgm:prSet>
      <dgm:spPr/>
    </dgm:pt>
    <dgm:pt modelId="{DD907FB3-A7B6-4CD8-9F3F-ADD08CC00AF6}" type="pres">
      <dgm:prSet presAssocID="{50ABA56F-B893-4F16-B07B-DBD057AE209A}" presName="sibTrans" presStyleCnt="0"/>
      <dgm:spPr/>
    </dgm:pt>
    <dgm:pt modelId="{2F8F7FB8-59FC-4D70-A12E-079AAEDFDFB3}" type="pres">
      <dgm:prSet presAssocID="{CA3BABE8-B2F1-4E3E-9B12-0DEE04DF7896}" presName="compNode" presStyleCnt="0"/>
      <dgm:spPr/>
    </dgm:pt>
    <dgm:pt modelId="{0FC75DA6-4342-4299-BF03-73E5870BF9BF}" type="pres">
      <dgm:prSet presAssocID="{CA3BABE8-B2F1-4E3E-9B12-0DEE04DF7896}" presName="iconBgRect" presStyleLbl="bgShp" presStyleIdx="6" presStyleCnt="8"/>
      <dgm:spPr/>
    </dgm:pt>
    <dgm:pt modelId="{C5F5DF09-AA26-411F-90B1-03D7DCC6F17C}" type="pres">
      <dgm:prSet presAssocID="{CA3BABE8-B2F1-4E3E-9B12-0DEE04DF7896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EB606EB-CFC6-410F-9F8A-3BC33A2389FB}" type="pres">
      <dgm:prSet presAssocID="{CA3BABE8-B2F1-4E3E-9B12-0DEE04DF7896}" presName="spaceRect" presStyleCnt="0"/>
      <dgm:spPr/>
    </dgm:pt>
    <dgm:pt modelId="{85C16FEF-3846-48A3-9CBA-6563AC2BECFE}" type="pres">
      <dgm:prSet presAssocID="{CA3BABE8-B2F1-4E3E-9B12-0DEE04DF7896}" presName="textRect" presStyleLbl="revTx" presStyleIdx="6" presStyleCnt="8">
        <dgm:presLayoutVars>
          <dgm:chMax val="1"/>
          <dgm:chPref val="1"/>
        </dgm:presLayoutVars>
      </dgm:prSet>
      <dgm:spPr/>
    </dgm:pt>
    <dgm:pt modelId="{C1EEE09E-8FFD-480E-85CA-F882CF2EA08A}" type="pres">
      <dgm:prSet presAssocID="{F8063403-5D41-4A57-B3B6-B443BACC3BBF}" presName="sibTrans" presStyleCnt="0"/>
      <dgm:spPr/>
    </dgm:pt>
    <dgm:pt modelId="{4FC474D8-73B8-41D1-827B-DF503BBE2210}" type="pres">
      <dgm:prSet presAssocID="{10CB3801-E592-495C-A1A2-01F793D5B507}" presName="compNode" presStyleCnt="0"/>
      <dgm:spPr/>
    </dgm:pt>
    <dgm:pt modelId="{2DDB0233-6A7E-4FF4-96A6-C0ED5D343F93}" type="pres">
      <dgm:prSet presAssocID="{10CB3801-E592-495C-A1A2-01F793D5B507}" presName="iconBgRect" presStyleLbl="bgShp" presStyleIdx="7" presStyleCnt="8"/>
      <dgm:spPr/>
    </dgm:pt>
    <dgm:pt modelId="{F11CC04C-24EF-434A-A654-F371764F0FBD}" type="pres">
      <dgm:prSet presAssocID="{10CB3801-E592-495C-A1A2-01F793D5B507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8A598928-974C-400A-A461-654A405295E6}" type="pres">
      <dgm:prSet presAssocID="{10CB3801-E592-495C-A1A2-01F793D5B507}" presName="spaceRect" presStyleCnt="0"/>
      <dgm:spPr/>
    </dgm:pt>
    <dgm:pt modelId="{8275D70F-E8F4-4FC9-996D-89B0D07330B6}" type="pres">
      <dgm:prSet presAssocID="{10CB3801-E592-495C-A1A2-01F793D5B507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7312EF1D-7660-4B74-9A09-3831225587DF}" type="presOf" srcId="{10CB3801-E592-495C-A1A2-01F793D5B507}" destId="{8275D70F-E8F4-4FC9-996D-89B0D07330B6}" srcOrd="0" destOrd="0" presId="urn:microsoft.com/office/officeart/2018/5/layout/IconCircleLabelList"/>
    <dgm:cxn modelId="{1B8B3423-05BE-404B-B85A-A49C16320B19}" type="presOf" srcId="{6E44D715-1982-4A1C-90FA-8EACBECFC946}" destId="{F5631EA5-EE01-4B00-AD66-4DEA4E7159EC}" srcOrd="0" destOrd="0" presId="urn:microsoft.com/office/officeart/2018/5/layout/IconCircleLabelList"/>
    <dgm:cxn modelId="{CF1BCA2A-3CBB-4659-A6BC-8E2E619DB691}" srcId="{6E44D715-1982-4A1C-90FA-8EACBECFC946}" destId="{8714EA56-91A7-4D13-B1B1-7B75A5A128E1}" srcOrd="1" destOrd="0" parTransId="{D81B4375-27BF-45BA-9BCB-B2E1DD063C05}" sibTransId="{6E0420AC-2821-4CAE-A4F6-F9142BA2E8A0}"/>
    <dgm:cxn modelId="{CDDB4132-ED38-4C66-BDC0-C2627CBA21E7}" srcId="{6E44D715-1982-4A1C-90FA-8EACBECFC946}" destId="{F73A060D-41ED-4AB2-9793-BFACACA7BA98}" srcOrd="0" destOrd="0" parTransId="{0D692579-FB3C-4167-849D-7E89DFA32FF6}" sibTransId="{E056E54B-BF3C-4FA0-A1AE-E3863AF17F5B}"/>
    <dgm:cxn modelId="{22C72139-9EA5-4532-B9BD-04530E1DCC32}" type="presOf" srcId="{A74CE7F7-412B-4D49-8910-ACB12DC5E35F}" destId="{0C129A12-9DB0-4FC6-86B1-996E16AD1769}" srcOrd="0" destOrd="0" presId="urn:microsoft.com/office/officeart/2018/5/layout/IconCircleLabelList"/>
    <dgm:cxn modelId="{5DBAED4B-7344-4740-94E2-9F68BB95457D}" srcId="{6E44D715-1982-4A1C-90FA-8EACBECFC946}" destId="{49CBC3CE-40CC-4D4D-9B79-BCD90868F091}" srcOrd="2" destOrd="0" parTransId="{443C7EE4-4F37-4201-B47F-7EA6A6FF0634}" sibTransId="{F0F9366C-6F01-4440-8592-479D98F5477B}"/>
    <dgm:cxn modelId="{80D3D74E-B525-413E-9812-FC90AD24C232}" srcId="{6E44D715-1982-4A1C-90FA-8EACBECFC946}" destId="{A74CE7F7-412B-4D49-8910-ACB12DC5E35F}" srcOrd="3" destOrd="0" parTransId="{B09FAC34-F86F-409A-87BF-092266A7BE28}" sibTransId="{458C818D-0D0B-42DC-9A97-4996B2DB4720}"/>
    <dgm:cxn modelId="{AC643E51-2C6B-492F-BAE7-D8D3AB44DB44}" type="presOf" srcId="{C948592D-2794-4122-B473-2BF41A9F029E}" destId="{2095F51C-924A-47D2-B019-2318B3482214}" srcOrd="0" destOrd="0" presId="urn:microsoft.com/office/officeart/2018/5/layout/IconCircleLabelList"/>
    <dgm:cxn modelId="{F453D65F-4CE9-4145-A165-D561EB15FA21}" srcId="{6E44D715-1982-4A1C-90FA-8EACBECFC946}" destId="{10CB3801-E592-495C-A1A2-01F793D5B507}" srcOrd="7" destOrd="0" parTransId="{B0D4B486-DC29-495B-AAE9-CFB6D441B278}" sibTransId="{ED41F1C6-F476-472B-8536-AE9304A95DD7}"/>
    <dgm:cxn modelId="{5C19E890-8F4C-438E-83FC-C5EF12169967}" srcId="{6E44D715-1982-4A1C-90FA-8EACBECFC946}" destId="{C948592D-2794-4122-B473-2BF41A9F029E}" srcOrd="4" destOrd="0" parTransId="{E40C754A-20D4-43CA-9AC7-88224E3B5255}" sibTransId="{42D9CDBC-DCAE-4D0A-8A60-6F3241E91A01}"/>
    <dgm:cxn modelId="{E2A35DB5-469D-481F-BDF6-69A5D8391118}" type="presOf" srcId="{D9ED524C-1CD7-44DD-BDD5-953DFA9AB544}" destId="{78D07610-0EA4-4BAC-BC73-6B33EE19AAE9}" srcOrd="0" destOrd="0" presId="urn:microsoft.com/office/officeart/2018/5/layout/IconCircleLabelList"/>
    <dgm:cxn modelId="{B3BFE4B6-3441-4A08-885B-79255BFA2FAC}" type="presOf" srcId="{CA3BABE8-B2F1-4E3E-9B12-0DEE04DF7896}" destId="{85C16FEF-3846-48A3-9CBA-6563AC2BECFE}" srcOrd="0" destOrd="0" presId="urn:microsoft.com/office/officeart/2018/5/layout/IconCircleLabelList"/>
    <dgm:cxn modelId="{A5DA70C8-7070-441B-BC39-8EE0D5B7CD1F}" type="presOf" srcId="{49CBC3CE-40CC-4D4D-9B79-BCD90868F091}" destId="{B8733F4D-B5B7-474F-99AF-A046CCA92E13}" srcOrd="0" destOrd="0" presId="urn:microsoft.com/office/officeart/2018/5/layout/IconCircleLabelList"/>
    <dgm:cxn modelId="{C138E9DF-0C1B-4B29-86EB-7254573292D5}" srcId="{6E44D715-1982-4A1C-90FA-8EACBECFC946}" destId="{D9ED524C-1CD7-44DD-BDD5-953DFA9AB544}" srcOrd="5" destOrd="0" parTransId="{3416683A-3A56-49A2-8B36-7A75A500D75E}" sibTransId="{50ABA56F-B893-4F16-B07B-DBD057AE209A}"/>
    <dgm:cxn modelId="{0CAFE1E0-32AF-4122-BCD8-FD41AA562466}" srcId="{6E44D715-1982-4A1C-90FA-8EACBECFC946}" destId="{CA3BABE8-B2F1-4E3E-9B12-0DEE04DF7896}" srcOrd="6" destOrd="0" parTransId="{185868B5-99C8-4414-8E52-FA7660F67693}" sibTransId="{F8063403-5D41-4A57-B3B6-B443BACC3BBF}"/>
    <dgm:cxn modelId="{07F128E2-D6D4-4CAB-9D03-C97A10BAD6BB}" type="presOf" srcId="{8714EA56-91A7-4D13-B1B1-7B75A5A128E1}" destId="{A9ED8209-FA54-4CAC-A679-C1861DACD9B9}" srcOrd="0" destOrd="0" presId="urn:microsoft.com/office/officeart/2018/5/layout/IconCircleLabelList"/>
    <dgm:cxn modelId="{6F896CE7-2990-4AF8-B5D7-5BD130393275}" type="presOf" srcId="{F73A060D-41ED-4AB2-9793-BFACACA7BA98}" destId="{212B8723-250E-4446-BD76-B7E0A93334B4}" srcOrd="0" destOrd="0" presId="urn:microsoft.com/office/officeart/2018/5/layout/IconCircleLabelList"/>
    <dgm:cxn modelId="{A3838698-0F6F-4048-AEE0-77F4456200FE}" type="presParOf" srcId="{F5631EA5-EE01-4B00-AD66-4DEA4E7159EC}" destId="{43759ACF-1E0C-44EA-9E73-8855C9849123}" srcOrd="0" destOrd="0" presId="urn:microsoft.com/office/officeart/2018/5/layout/IconCircleLabelList"/>
    <dgm:cxn modelId="{DDE6A266-21E8-47B5-B27A-022E24BFD378}" type="presParOf" srcId="{43759ACF-1E0C-44EA-9E73-8855C9849123}" destId="{C7139D6E-9A45-4108-9C0F-F24A7055F22E}" srcOrd="0" destOrd="0" presId="urn:microsoft.com/office/officeart/2018/5/layout/IconCircleLabelList"/>
    <dgm:cxn modelId="{ED2E74BE-CD04-40D0-9C19-D9AF75A5CDD6}" type="presParOf" srcId="{43759ACF-1E0C-44EA-9E73-8855C9849123}" destId="{05683768-AB3A-467C-8EAD-A4E931B7FD88}" srcOrd="1" destOrd="0" presId="urn:microsoft.com/office/officeart/2018/5/layout/IconCircleLabelList"/>
    <dgm:cxn modelId="{FA0D559B-1E48-4878-8F11-DF6CEBCFD9CE}" type="presParOf" srcId="{43759ACF-1E0C-44EA-9E73-8855C9849123}" destId="{310C9418-770A-4DEC-A4E9-B44675A4A641}" srcOrd="2" destOrd="0" presId="urn:microsoft.com/office/officeart/2018/5/layout/IconCircleLabelList"/>
    <dgm:cxn modelId="{AFE0FF56-96A4-4755-BB54-91A1E0829056}" type="presParOf" srcId="{43759ACF-1E0C-44EA-9E73-8855C9849123}" destId="{212B8723-250E-4446-BD76-B7E0A93334B4}" srcOrd="3" destOrd="0" presId="urn:microsoft.com/office/officeart/2018/5/layout/IconCircleLabelList"/>
    <dgm:cxn modelId="{19F5EB9F-1FE4-4D13-8394-D88E5625989F}" type="presParOf" srcId="{F5631EA5-EE01-4B00-AD66-4DEA4E7159EC}" destId="{DD1DC624-E967-4A1F-8E83-19A94D4250D0}" srcOrd="1" destOrd="0" presId="urn:microsoft.com/office/officeart/2018/5/layout/IconCircleLabelList"/>
    <dgm:cxn modelId="{B9357692-08DE-4B6A-88C5-A320EF7FAF0C}" type="presParOf" srcId="{F5631EA5-EE01-4B00-AD66-4DEA4E7159EC}" destId="{162DAB2C-B68D-4311-A8A9-8E3934F5E7FF}" srcOrd="2" destOrd="0" presId="urn:microsoft.com/office/officeart/2018/5/layout/IconCircleLabelList"/>
    <dgm:cxn modelId="{5F5BF7DC-8FF4-40BF-9902-56398F43A7EA}" type="presParOf" srcId="{162DAB2C-B68D-4311-A8A9-8E3934F5E7FF}" destId="{6B9A0D8F-1E4D-4574-8AF8-34067B0330E8}" srcOrd="0" destOrd="0" presId="urn:microsoft.com/office/officeart/2018/5/layout/IconCircleLabelList"/>
    <dgm:cxn modelId="{A8AD6439-6FFB-41EC-8207-ADA310ACEF86}" type="presParOf" srcId="{162DAB2C-B68D-4311-A8A9-8E3934F5E7FF}" destId="{11275588-0DAF-4A4C-B4D7-B077642C633C}" srcOrd="1" destOrd="0" presId="urn:microsoft.com/office/officeart/2018/5/layout/IconCircleLabelList"/>
    <dgm:cxn modelId="{195BEE95-C7B0-4768-90EA-EC52C59FC684}" type="presParOf" srcId="{162DAB2C-B68D-4311-A8A9-8E3934F5E7FF}" destId="{DD443DA3-DA04-4E41-AC7B-C8E1B54477A0}" srcOrd="2" destOrd="0" presId="urn:microsoft.com/office/officeart/2018/5/layout/IconCircleLabelList"/>
    <dgm:cxn modelId="{359E30DE-C439-4FBC-B489-EFAEC4AE8953}" type="presParOf" srcId="{162DAB2C-B68D-4311-A8A9-8E3934F5E7FF}" destId="{A9ED8209-FA54-4CAC-A679-C1861DACD9B9}" srcOrd="3" destOrd="0" presId="urn:microsoft.com/office/officeart/2018/5/layout/IconCircleLabelList"/>
    <dgm:cxn modelId="{3E2DB0F7-8CEB-466B-9ACA-7AFE946A8139}" type="presParOf" srcId="{F5631EA5-EE01-4B00-AD66-4DEA4E7159EC}" destId="{5EEE92E6-FC44-4805-9947-DE59E690469D}" srcOrd="3" destOrd="0" presId="urn:microsoft.com/office/officeart/2018/5/layout/IconCircleLabelList"/>
    <dgm:cxn modelId="{0F96DBA4-A3A1-41E3-8F0A-D0EF32913AC2}" type="presParOf" srcId="{F5631EA5-EE01-4B00-AD66-4DEA4E7159EC}" destId="{BA8F3930-B466-478D-ACED-8DBE6BA3F8BB}" srcOrd="4" destOrd="0" presId="urn:microsoft.com/office/officeart/2018/5/layout/IconCircleLabelList"/>
    <dgm:cxn modelId="{AE76AC32-1E15-47FB-810E-0B1EE16C5FF2}" type="presParOf" srcId="{BA8F3930-B466-478D-ACED-8DBE6BA3F8BB}" destId="{81AD1F1E-D13C-4BD4-80E4-35D29ACB3F76}" srcOrd="0" destOrd="0" presId="urn:microsoft.com/office/officeart/2018/5/layout/IconCircleLabelList"/>
    <dgm:cxn modelId="{B79A95BA-E8B5-4FCD-9C51-60D15DA03010}" type="presParOf" srcId="{BA8F3930-B466-478D-ACED-8DBE6BA3F8BB}" destId="{31527190-8A03-4491-A24E-B693F0353DCE}" srcOrd="1" destOrd="0" presId="urn:microsoft.com/office/officeart/2018/5/layout/IconCircleLabelList"/>
    <dgm:cxn modelId="{B312E490-1D16-4A7C-82B2-EDC7AB23824E}" type="presParOf" srcId="{BA8F3930-B466-478D-ACED-8DBE6BA3F8BB}" destId="{88FBCF63-F8B7-40B1-989B-FDDFC51FFB9B}" srcOrd="2" destOrd="0" presId="urn:microsoft.com/office/officeart/2018/5/layout/IconCircleLabelList"/>
    <dgm:cxn modelId="{0304AE08-4980-4523-AE47-7E2308C32670}" type="presParOf" srcId="{BA8F3930-B466-478D-ACED-8DBE6BA3F8BB}" destId="{B8733F4D-B5B7-474F-99AF-A046CCA92E13}" srcOrd="3" destOrd="0" presId="urn:microsoft.com/office/officeart/2018/5/layout/IconCircleLabelList"/>
    <dgm:cxn modelId="{14FEDA3C-34D0-453A-AE52-051ABEDF3C02}" type="presParOf" srcId="{F5631EA5-EE01-4B00-AD66-4DEA4E7159EC}" destId="{C7948B30-F4BE-442D-AF46-041BEC00C083}" srcOrd="5" destOrd="0" presId="urn:microsoft.com/office/officeart/2018/5/layout/IconCircleLabelList"/>
    <dgm:cxn modelId="{3EA3E645-D380-4E36-8D39-68113744FD5C}" type="presParOf" srcId="{F5631EA5-EE01-4B00-AD66-4DEA4E7159EC}" destId="{2FBC9CCC-8C19-4914-BA21-D502EE237BB0}" srcOrd="6" destOrd="0" presId="urn:microsoft.com/office/officeart/2018/5/layout/IconCircleLabelList"/>
    <dgm:cxn modelId="{57096DBC-0E89-43D9-9448-327FED2EE2C2}" type="presParOf" srcId="{2FBC9CCC-8C19-4914-BA21-D502EE237BB0}" destId="{D92BA145-3E7E-400F-BE79-07261D258D1C}" srcOrd="0" destOrd="0" presId="urn:microsoft.com/office/officeart/2018/5/layout/IconCircleLabelList"/>
    <dgm:cxn modelId="{44729743-42B4-4E49-A70A-EB1F6A0E3D8E}" type="presParOf" srcId="{2FBC9CCC-8C19-4914-BA21-D502EE237BB0}" destId="{3857DF2C-64DC-40E9-A117-2B04718B2E86}" srcOrd="1" destOrd="0" presId="urn:microsoft.com/office/officeart/2018/5/layout/IconCircleLabelList"/>
    <dgm:cxn modelId="{CBE58F7F-C7E7-474D-B325-B87ABE25A1C1}" type="presParOf" srcId="{2FBC9CCC-8C19-4914-BA21-D502EE237BB0}" destId="{E3B557B3-A17D-4187-A85A-BB989C879EFF}" srcOrd="2" destOrd="0" presId="urn:microsoft.com/office/officeart/2018/5/layout/IconCircleLabelList"/>
    <dgm:cxn modelId="{54D88D18-08A6-4BBB-9A87-50E5FF7B945D}" type="presParOf" srcId="{2FBC9CCC-8C19-4914-BA21-D502EE237BB0}" destId="{0C129A12-9DB0-4FC6-86B1-996E16AD1769}" srcOrd="3" destOrd="0" presId="urn:microsoft.com/office/officeart/2018/5/layout/IconCircleLabelList"/>
    <dgm:cxn modelId="{BE5F2FBE-4AAF-47BE-BB5B-3E9071AE8D14}" type="presParOf" srcId="{F5631EA5-EE01-4B00-AD66-4DEA4E7159EC}" destId="{05C8E557-7C56-40B7-AC9D-697638DD079E}" srcOrd="7" destOrd="0" presId="urn:microsoft.com/office/officeart/2018/5/layout/IconCircleLabelList"/>
    <dgm:cxn modelId="{F22FB88A-F088-4C4F-B200-4995E64493BC}" type="presParOf" srcId="{F5631EA5-EE01-4B00-AD66-4DEA4E7159EC}" destId="{F9E26225-0835-4637-B527-1551D16635BC}" srcOrd="8" destOrd="0" presId="urn:microsoft.com/office/officeart/2018/5/layout/IconCircleLabelList"/>
    <dgm:cxn modelId="{06BD8475-936E-4D7A-A0A0-5FD39608D538}" type="presParOf" srcId="{F9E26225-0835-4637-B527-1551D16635BC}" destId="{9011FE9A-EFC6-442C-BCD3-DB9AFBAC8E28}" srcOrd="0" destOrd="0" presId="urn:microsoft.com/office/officeart/2018/5/layout/IconCircleLabelList"/>
    <dgm:cxn modelId="{1D9251F0-2D33-497F-A8F4-B3409B195319}" type="presParOf" srcId="{F9E26225-0835-4637-B527-1551D16635BC}" destId="{1AB0C633-7B04-4377-B36F-61AB64AC4E6A}" srcOrd="1" destOrd="0" presId="urn:microsoft.com/office/officeart/2018/5/layout/IconCircleLabelList"/>
    <dgm:cxn modelId="{BB19A8BB-DA84-418C-9154-A95DE093F80F}" type="presParOf" srcId="{F9E26225-0835-4637-B527-1551D16635BC}" destId="{C44C077B-E268-4A3F-887D-65A5CDB17515}" srcOrd="2" destOrd="0" presId="urn:microsoft.com/office/officeart/2018/5/layout/IconCircleLabelList"/>
    <dgm:cxn modelId="{36C97E9C-C0E7-4B16-B2E8-E42427DAF748}" type="presParOf" srcId="{F9E26225-0835-4637-B527-1551D16635BC}" destId="{2095F51C-924A-47D2-B019-2318B3482214}" srcOrd="3" destOrd="0" presId="urn:microsoft.com/office/officeart/2018/5/layout/IconCircleLabelList"/>
    <dgm:cxn modelId="{0154F711-AC88-4F60-BC97-C5009C09316B}" type="presParOf" srcId="{F5631EA5-EE01-4B00-AD66-4DEA4E7159EC}" destId="{53070950-1CA3-4A49-B2E7-BACF80504194}" srcOrd="9" destOrd="0" presId="urn:microsoft.com/office/officeart/2018/5/layout/IconCircleLabelList"/>
    <dgm:cxn modelId="{EC4E798A-8551-4D83-8FFD-2D5C1D40E13D}" type="presParOf" srcId="{F5631EA5-EE01-4B00-AD66-4DEA4E7159EC}" destId="{6A13F0DB-531A-4C64-9C34-5AF6C2BC5C98}" srcOrd="10" destOrd="0" presId="urn:microsoft.com/office/officeart/2018/5/layout/IconCircleLabelList"/>
    <dgm:cxn modelId="{CC6691F3-9756-4718-A6DC-C473DB27A2B4}" type="presParOf" srcId="{6A13F0DB-531A-4C64-9C34-5AF6C2BC5C98}" destId="{F13FAC0F-4E18-4F3B-9131-6110D8E655A9}" srcOrd="0" destOrd="0" presId="urn:microsoft.com/office/officeart/2018/5/layout/IconCircleLabelList"/>
    <dgm:cxn modelId="{0371562D-14E4-4193-A69F-12A5C8691E83}" type="presParOf" srcId="{6A13F0DB-531A-4C64-9C34-5AF6C2BC5C98}" destId="{B5279075-EE60-4B39-BDEA-F3A8830E059E}" srcOrd="1" destOrd="0" presId="urn:microsoft.com/office/officeart/2018/5/layout/IconCircleLabelList"/>
    <dgm:cxn modelId="{CD9DE35D-EB38-49B8-8FF5-002C0D16753F}" type="presParOf" srcId="{6A13F0DB-531A-4C64-9C34-5AF6C2BC5C98}" destId="{FC6AFA3A-A380-49DC-B2A8-9D6D8CC71A01}" srcOrd="2" destOrd="0" presId="urn:microsoft.com/office/officeart/2018/5/layout/IconCircleLabelList"/>
    <dgm:cxn modelId="{5D4E65BA-7006-4DE3-8FE4-96B96C29A2BF}" type="presParOf" srcId="{6A13F0DB-531A-4C64-9C34-5AF6C2BC5C98}" destId="{78D07610-0EA4-4BAC-BC73-6B33EE19AAE9}" srcOrd="3" destOrd="0" presId="urn:microsoft.com/office/officeart/2018/5/layout/IconCircleLabelList"/>
    <dgm:cxn modelId="{655CC724-E8D9-4A4B-B835-D54E67D728D9}" type="presParOf" srcId="{F5631EA5-EE01-4B00-AD66-4DEA4E7159EC}" destId="{DD907FB3-A7B6-4CD8-9F3F-ADD08CC00AF6}" srcOrd="11" destOrd="0" presId="urn:microsoft.com/office/officeart/2018/5/layout/IconCircleLabelList"/>
    <dgm:cxn modelId="{17F36775-409B-441C-BEA3-0BA2128B1385}" type="presParOf" srcId="{F5631EA5-EE01-4B00-AD66-4DEA4E7159EC}" destId="{2F8F7FB8-59FC-4D70-A12E-079AAEDFDFB3}" srcOrd="12" destOrd="0" presId="urn:microsoft.com/office/officeart/2018/5/layout/IconCircleLabelList"/>
    <dgm:cxn modelId="{E06FB6CE-DE2B-48A6-A6E8-AE55A1BED088}" type="presParOf" srcId="{2F8F7FB8-59FC-4D70-A12E-079AAEDFDFB3}" destId="{0FC75DA6-4342-4299-BF03-73E5870BF9BF}" srcOrd="0" destOrd="0" presId="urn:microsoft.com/office/officeart/2018/5/layout/IconCircleLabelList"/>
    <dgm:cxn modelId="{A0859505-F6FE-4397-A46B-45B676570F17}" type="presParOf" srcId="{2F8F7FB8-59FC-4D70-A12E-079AAEDFDFB3}" destId="{C5F5DF09-AA26-411F-90B1-03D7DCC6F17C}" srcOrd="1" destOrd="0" presId="urn:microsoft.com/office/officeart/2018/5/layout/IconCircleLabelList"/>
    <dgm:cxn modelId="{3BB02155-4A56-438D-A956-64F447F9AC93}" type="presParOf" srcId="{2F8F7FB8-59FC-4D70-A12E-079AAEDFDFB3}" destId="{1EB606EB-CFC6-410F-9F8A-3BC33A2389FB}" srcOrd="2" destOrd="0" presId="urn:microsoft.com/office/officeart/2018/5/layout/IconCircleLabelList"/>
    <dgm:cxn modelId="{FD357DEB-2B18-46A0-96DB-491401B2B970}" type="presParOf" srcId="{2F8F7FB8-59FC-4D70-A12E-079AAEDFDFB3}" destId="{85C16FEF-3846-48A3-9CBA-6563AC2BECFE}" srcOrd="3" destOrd="0" presId="urn:microsoft.com/office/officeart/2018/5/layout/IconCircleLabelList"/>
    <dgm:cxn modelId="{DCB37414-DCAE-40BF-AF35-A09BE6B56709}" type="presParOf" srcId="{F5631EA5-EE01-4B00-AD66-4DEA4E7159EC}" destId="{C1EEE09E-8FFD-480E-85CA-F882CF2EA08A}" srcOrd="13" destOrd="0" presId="urn:microsoft.com/office/officeart/2018/5/layout/IconCircleLabelList"/>
    <dgm:cxn modelId="{CF7DC825-A947-4042-8A6C-9929A5C4893E}" type="presParOf" srcId="{F5631EA5-EE01-4B00-AD66-4DEA4E7159EC}" destId="{4FC474D8-73B8-41D1-827B-DF503BBE2210}" srcOrd="14" destOrd="0" presId="urn:microsoft.com/office/officeart/2018/5/layout/IconCircleLabelList"/>
    <dgm:cxn modelId="{851FC847-28B3-4D36-B4FD-0B592BD610C9}" type="presParOf" srcId="{4FC474D8-73B8-41D1-827B-DF503BBE2210}" destId="{2DDB0233-6A7E-4FF4-96A6-C0ED5D343F93}" srcOrd="0" destOrd="0" presId="urn:microsoft.com/office/officeart/2018/5/layout/IconCircleLabelList"/>
    <dgm:cxn modelId="{B8D5D483-EADD-4263-A67D-5095A36D43CD}" type="presParOf" srcId="{4FC474D8-73B8-41D1-827B-DF503BBE2210}" destId="{F11CC04C-24EF-434A-A654-F371764F0FBD}" srcOrd="1" destOrd="0" presId="urn:microsoft.com/office/officeart/2018/5/layout/IconCircleLabelList"/>
    <dgm:cxn modelId="{86FDA59D-5DFA-491D-B0CB-CA38DB8D17A2}" type="presParOf" srcId="{4FC474D8-73B8-41D1-827B-DF503BBE2210}" destId="{8A598928-974C-400A-A461-654A405295E6}" srcOrd="2" destOrd="0" presId="urn:microsoft.com/office/officeart/2018/5/layout/IconCircleLabelList"/>
    <dgm:cxn modelId="{A04361C9-3605-4301-B255-69F00117D47E}" type="presParOf" srcId="{4FC474D8-73B8-41D1-827B-DF503BBE2210}" destId="{8275D70F-E8F4-4FC9-996D-89B0D07330B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063BD8-AF8B-481D-8FD6-1C39C2A14D4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BAC1348-9FF1-45BF-AC98-32367E9E40F1}">
      <dgm:prSet/>
      <dgm:spPr/>
      <dgm:t>
        <a:bodyPr/>
        <a:lstStyle/>
        <a:p>
          <a:r>
            <a:rPr lang="en-US" b="0"/>
            <a:t>Data lakehouse design pattern that organizes data into three quality layers:</a:t>
          </a:r>
          <a:endParaRPr lang="en-US"/>
        </a:p>
      </dgm:t>
    </dgm:pt>
    <dgm:pt modelId="{4A4D210B-0ABE-48DD-814C-31DAA23EBEC1}" type="parTrans" cxnId="{473E3D66-E0B0-45FD-A05D-6CE8D83EEE40}">
      <dgm:prSet/>
      <dgm:spPr/>
      <dgm:t>
        <a:bodyPr/>
        <a:lstStyle/>
        <a:p>
          <a:endParaRPr lang="en-US"/>
        </a:p>
      </dgm:t>
    </dgm:pt>
    <dgm:pt modelId="{D2F53823-6BB2-4B23-BC2C-3CC6FFBF886D}" type="sibTrans" cxnId="{473E3D66-E0B0-45FD-A05D-6CE8D83EEE40}">
      <dgm:prSet/>
      <dgm:spPr/>
      <dgm:t>
        <a:bodyPr/>
        <a:lstStyle/>
        <a:p>
          <a:endParaRPr lang="en-US"/>
        </a:p>
      </dgm:t>
    </dgm:pt>
    <dgm:pt modelId="{73FD93D0-2510-4DCB-885A-267D72ACC6BC}">
      <dgm:prSet/>
      <dgm:spPr/>
      <dgm:t>
        <a:bodyPr/>
        <a:lstStyle/>
        <a:p>
          <a:r>
            <a:rPr lang="en-US" b="0"/>
            <a:t>• Bronze: Raw data (as-is, validated)</a:t>
          </a:r>
          <a:endParaRPr lang="en-US"/>
        </a:p>
      </dgm:t>
    </dgm:pt>
    <dgm:pt modelId="{FCB8A02E-2D22-49F5-B2FE-3E50F1C032D3}" type="parTrans" cxnId="{4B484151-81BB-402C-9AEC-73C30D1D81CF}">
      <dgm:prSet/>
      <dgm:spPr/>
      <dgm:t>
        <a:bodyPr/>
        <a:lstStyle/>
        <a:p>
          <a:endParaRPr lang="en-US"/>
        </a:p>
      </dgm:t>
    </dgm:pt>
    <dgm:pt modelId="{3BB902A4-F368-42E1-9427-D6EBE62F7287}" type="sibTrans" cxnId="{4B484151-81BB-402C-9AEC-73C30D1D81CF}">
      <dgm:prSet/>
      <dgm:spPr/>
      <dgm:t>
        <a:bodyPr/>
        <a:lstStyle/>
        <a:p>
          <a:endParaRPr lang="en-US"/>
        </a:p>
      </dgm:t>
    </dgm:pt>
    <dgm:pt modelId="{64770CB3-2E28-48EE-B4B3-4DEB594A9DD9}">
      <dgm:prSet/>
      <dgm:spPr/>
      <dgm:t>
        <a:bodyPr/>
        <a:lstStyle/>
        <a:p>
          <a:r>
            <a:rPr lang="en-US" b="0"/>
            <a:t>• Silver: Cleaned and enriched data</a:t>
          </a:r>
          <a:endParaRPr lang="en-US"/>
        </a:p>
      </dgm:t>
    </dgm:pt>
    <dgm:pt modelId="{2BF34E1C-1DC0-47E4-AE55-4822F4E975B6}" type="parTrans" cxnId="{D81EDC94-39D0-407F-B56C-70B6349D93FC}">
      <dgm:prSet/>
      <dgm:spPr/>
      <dgm:t>
        <a:bodyPr/>
        <a:lstStyle/>
        <a:p>
          <a:endParaRPr lang="en-US"/>
        </a:p>
      </dgm:t>
    </dgm:pt>
    <dgm:pt modelId="{3EB45FD7-5055-48D6-9C50-DD8A2A523B7A}" type="sibTrans" cxnId="{D81EDC94-39D0-407F-B56C-70B6349D93FC}">
      <dgm:prSet/>
      <dgm:spPr/>
      <dgm:t>
        <a:bodyPr/>
        <a:lstStyle/>
        <a:p>
          <a:endParaRPr lang="en-US"/>
        </a:p>
      </dgm:t>
    </dgm:pt>
    <dgm:pt modelId="{75C9900A-755D-4E02-9142-2CAEE4C22955}">
      <dgm:prSet/>
      <dgm:spPr/>
      <dgm:t>
        <a:bodyPr/>
        <a:lstStyle/>
        <a:p>
          <a:r>
            <a:rPr lang="en-US" b="0"/>
            <a:t>• Gold: Business-ready analytics</a:t>
          </a:r>
          <a:endParaRPr lang="en-US"/>
        </a:p>
      </dgm:t>
    </dgm:pt>
    <dgm:pt modelId="{299F0411-8AD5-4C09-BCA7-A74DC40C9DF0}" type="parTrans" cxnId="{82D5FC42-F537-4DB6-8E68-216C08FD113F}">
      <dgm:prSet/>
      <dgm:spPr/>
      <dgm:t>
        <a:bodyPr/>
        <a:lstStyle/>
        <a:p>
          <a:endParaRPr lang="en-US"/>
        </a:p>
      </dgm:t>
    </dgm:pt>
    <dgm:pt modelId="{E28F13D2-C076-41C8-8B9D-114BFA156308}" type="sibTrans" cxnId="{82D5FC42-F537-4DB6-8E68-216C08FD113F}">
      <dgm:prSet/>
      <dgm:spPr/>
      <dgm:t>
        <a:bodyPr/>
        <a:lstStyle/>
        <a:p>
          <a:endParaRPr lang="en-US"/>
        </a:p>
      </dgm:t>
    </dgm:pt>
    <dgm:pt modelId="{7FAAC919-73E9-EE46-9B2A-9831E69AD99B}" type="pres">
      <dgm:prSet presAssocID="{84063BD8-AF8B-481D-8FD6-1C39C2A14D4C}" presName="outerComposite" presStyleCnt="0">
        <dgm:presLayoutVars>
          <dgm:chMax val="5"/>
          <dgm:dir/>
          <dgm:resizeHandles val="exact"/>
        </dgm:presLayoutVars>
      </dgm:prSet>
      <dgm:spPr/>
    </dgm:pt>
    <dgm:pt modelId="{93421DBA-36B3-DC4B-9770-D8F822B65ED1}" type="pres">
      <dgm:prSet presAssocID="{84063BD8-AF8B-481D-8FD6-1C39C2A14D4C}" presName="dummyMaxCanvas" presStyleCnt="0">
        <dgm:presLayoutVars/>
      </dgm:prSet>
      <dgm:spPr/>
    </dgm:pt>
    <dgm:pt modelId="{2EA545CB-51CE-5247-8397-39C3B7D5060C}" type="pres">
      <dgm:prSet presAssocID="{84063BD8-AF8B-481D-8FD6-1C39C2A14D4C}" presName="FourNodes_1" presStyleLbl="node1" presStyleIdx="0" presStyleCnt="4">
        <dgm:presLayoutVars>
          <dgm:bulletEnabled val="1"/>
        </dgm:presLayoutVars>
      </dgm:prSet>
      <dgm:spPr/>
    </dgm:pt>
    <dgm:pt modelId="{EBEE9448-3418-2C45-9293-08B57A0C4EB7}" type="pres">
      <dgm:prSet presAssocID="{84063BD8-AF8B-481D-8FD6-1C39C2A14D4C}" presName="FourNodes_2" presStyleLbl="node1" presStyleIdx="1" presStyleCnt="4">
        <dgm:presLayoutVars>
          <dgm:bulletEnabled val="1"/>
        </dgm:presLayoutVars>
      </dgm:prSet>
      <dgm:spPr/>
    </dgm:pt>
    <dgm:pt modelId="{21659D00-44C8-2147-BE9F-AB8D137E328C}" type="pres">
      <dgm:prSet presAssocID="{84063BD8-AF8B-481D-8FD6-1C39C2A14D4C}" presName="FourNodes_3" presStyleLbl="node1" presStyleIdx="2" presStyleCnt="4">
        <dgm:presLayoutVars>
          <dgm:bulletEnabled val="1"/>
        </dgm:presLayoutVars>
      </dgm:prSet>
      <dgm:spPr/>
    </dgm:pt>
    <dgm:pt modelId="{A77A94CD-2D59-914F-AD8D-5F1A69C74C91}" type="pres">
      <dgm:prSet presAssocID="{84063BD8-AF8B-481D-8FD6-1C39C2A14D4C}" presName="FourNodes_4" presStyleLbl="node1" presStyleIdx="3" presStyleCnt="4">
        <dgm:presLayoutVars>
          <dgm:bulletEnabled val="1"/>
        </dgm:presLayoutVars>
      </dgm:prSet>
      <dgm:spPr/>
    </dgm:pt>
    <dgm:pt modelId="{A4E00A3A-4CD0-B243-A1A9-C20F8102E3C7}" type="pres">
      <dgm:prSet presAssocID="{84063BD8-AF8B-481D-8FD6-1C39C2A14D4C}" presName="FourConn_1-2" presStyleLbl="fgAccFollowNode1" presStyleIdx="0" presStyleCnt="3">
        <dgm:presLayoutVars>
          <dgm:bulletEnabled val="1"/>
        </dgm:presLayoutVars>
      </dgm:prSet>
      <dgm:spPr/>
    </dgm:pt>
    <dgm:pt modelId="{41CC9717-1699-A746-8A17-8D9EF7323D9E}" type="pres">
      <dgm:prSet presAssocID="{84063BD8-AF8B-481D-8FD6-1C39C2A14D4C}" presName="FourConn_2-3" presStyleLbl="fgAccFollowNode1" presStyleIdx="1" presStyleCnt="3">
        <dgm:presLayoutVars>
          <dgm:bulletEnabled val="1"/>
        </dgm:presLayoutVars>
      </dgm:prSet>
      <dgm:spPr/>
    </dgm:pt>
    <dgm:pt modelId="{19EB744B-CFFD-ED4B-A9A9-4E37961351E0}" type="pres">
      <dgm:prSet presAssocID="{84063BD8-AF8B-481D-8FD6-1C39C2A14D4C}" presName="FourConn_3-4" presStyleLbl="fgAccFollowNode1" presStyleIdx="2" presStyleCnt="3">
        <dgm:presLayoutVars>
          <dgm:bulletEnabled val="1"/>
        </dgm:presLayoutVars>
      </dgm:prSet>
      <dgm:spPr/>
    </dgm:pt>
    <dgm:pt modelId="{BF9390B9-B3CE-9445-A7DA-AB2451845E25}" type="pres">
      <dgm:prSet presAssocID="{84063BD8-AF8B-481D-8FD6-1C39C2A14D4C}" presName="FourNodes_1_text" presStyleLbl="node1" presStyleIdx="3" presStyleCnt="4">
        <dgm:presLayoutVars>
          <dgm:bulletEnabled val="1"/>
        </dgm:presLayoutVars>
      </dgm:prSet>
      <dgm:spPr/>
    </dgm:pt>
    <dgm:pt modelId="{80C040AA-FECE-AD48-974F-34C219A98254}" type="pres">
      <dgm:prSet presAssocID="{84063BD8-AF8B-481D-8FD6-1C39C2A14D4C}" presName="FourNodes_2_text" presStyleLbl="node1" presStyleIdx="3" presStyleCnt="4">
        <dgm:presLayoutVars>
          <dgm:bulletEnabled val="1"/>
        </dgm:presLayoutVars>
      </dgm:prSet>
      <dgm:spPr/>
    </dgm:pt>
    <dgm:pt modelId="{1D03AD0A-FF61-1D4A-A329-4419E92D1337}" type="pres">
      <dgm:prSet presAssocID="{84063BD8-AF8B-481D-8FD6-1C39C2A14D4C}" presName="FourNodes_3_text" presStyleLbl="node1" presStyleIdx="3" presStyleCnt="4">
        <dgm:presLayoutVars>
          <dgm:bulletEnabled val="1"/>
        </dgm:presLayoutVars>
      </dgm:prSet>
      <dgm:spPr/>
    </dgm:pt>
    <dgm:pt modelId="{3E64A52F-FE3D-2F48-BB0F-F70AD47D1063}" type="pres">
      <dgm:prSet presAssocID="{84063BD8-AF8B-481D-8FD6-1C39C2A14D4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451FB0F-F123-5544-84D2-0D2A6CAF59D8}" type="presOf" srcId="{3EB45FD7-5055-48D6-9C50-DD8A2A523B7A}" destId="{19EB744B-CFFD-ED4B-A9A9-4E37961351E0}" srcOrd="0" destOrd="0" presId="urn:microsoft.com/office/officeart/2005/8/layout/vProcess5"/>
    <dgm:cxn modelId="{855E5913-6BEF-274A-833E-A4E3A60ACBF5}" type="presOf" srcId="{3BB902A4-F368-42E1-9427-D6EBE62F7287}" destId="{41CC9717-1699-A746-8A17-8D9EF7323D9E}" srcOrd="0" destOrd="0" presId="urn:microsoft.com/office/officeart/2005/8/layout/vProcess5"/>
    <dgm:cxn modelId="{B48F2115-77FD-AC47-80BC-4D593D24471B}" type="presOf" srcId="{4BAC1348-9FF1-45BF-AC98-32367E9E40F1}" destId="{BF9390B9-B3CE-9445-A7DA-AB2451845E25}" srcOrd="1" destOrd="0" presId="urn:microsoft.com/office/officeart/2005/8/layout/vProcess5"/>
    <dgm:cxn modelId="{0A2F9618-A8FA-ED47-9BF7-EBD292D63697}" type="presOf" srcId="{D2F53823-6BB2-4B23-BC2C-3CC6FFBF886D}" destId="{A4E00A3A-4CD0-B243-A1A9-C20F8102E3C7}" srcOrd="0" destOrd="0" presId="urn:microsoft.com/office/officeart/2005/8/layout/vProcess5"/>
    <dgm:cxn modelId="{17D29937-7FEA-2B4B-A268-DACA6BD2BBF2}" type="presOf" srcId="{64770CB3-2E28-48EE-B4B3-4DEB594A9DD9}" destId="{1D03AD0A-FF61-1D4A-A329-4419E92D1337}" srcOrd="1" destOrd="0" presId="urn:microsoft.com/office/officeart/2005/8/layout/vProcess5"/>
    <dgm:cxn modelId="{82D5FC42-F537-4DB6-8E68-216C08FD113F}" srcId="{84063BD8-AF8B-481D-8FD6-1C39C2A14D4C}" destId="{75C9900A-755D-4E02-9142-2CAEE4C22955}" srcOrd="3" destOrd="0" parTransId="{299F0411-8AD5-4C09-BCA7-A74DC40C9DF0}" sibTransId="{E28F13D2-C076-41C8-8B9D-114BFA156308}"/>
    <dgm:cxn modelId="{4B484151-81BB-402C-9AEC-73C30D1D81CF}" srcId="{84063BD8-AF8B-481D-8FD6-1C39C2A14D4C}" destId="{73FD93D0-2510-4DCB-885A-267D72ACC6BC}" srcOrd="1" destOrd="0" parTransId="{FCB8A02E-2D22-49F5-B2FE-3E50F1C032D3}" sibTransId="{3BB902A4-F368-42E1-9427-D6EBE62F7287}"/>
    <dgm:cxn modelId="{23F41B58-A00D-834B-B1AA-F5C4797CD346}" type="presOf" srcId="{75C9900A-755D-4E02-9142-2CAEE4C22955}" destId="{3E64A52F-FE3D-2F48-BB0F-F70AD47D1063}" srcOrd="1" destOrd="0" presId="urn:microsoft.com/office/officeart/2005/8/layout/vProcess5"/>
    <dgm:cxn modelId="{473E3D66-E0B0-45FD-A05D-6CE8D83EEE40}" srcId="{84063BD8-AF8B-481D-8FD6-1C39C2A14D4C}" destId="{4BAC1348-9FF1-45BF-AC98-32367E9E40F1}" srcOrd="0" destOrd="0" parTransId="{4A4D210B-0ABE-48DD-814C-31DAA23EBEC1}" sibTransId="{D2F53823-6BB2-4B23-BC2C-3CC6FFBF886D}"/>
    <dgm:cxn modelId="{360DE791-38B8-524A-9AC9-67915F04CA03}" type="presOf" srcId="{4BAC1348-9FF1-45BF-AC98-32367E9E40F1}" destId="{2EA545CB-51CE-5247-8397-39C3B7D5060C}" srcOrd="0" destOrd="0" presId="urn:microsoft.com/office/officeart/2005/8/layout/vProcess5"/>
    <dgm:cxn modelId="{D81EDC94-39D0-407F-B56C-70B6349D93FC}" srcId="{84063BD8-AF8B-481D-8FD6-1C39C2A14D4C}" destId="{64770CB3-2E28-48EE-B4B3-4DEB594A9DD9}" srcOrd="2" destOrd="0" parTransId="{2BF34E1C-1DC0-47E4-AE55-4822F4E975B6}" sibTransId="{3EB45FD7-5055-48D6-9C50-DD8A2A523B7A}"/>
    <dgm:cxn modelId="{776CC89E-3218-2145-A394-A7DAC7200568}" type="presOf" srcId="{73FD93D0-2510-4DCB-885A-267D72ACC6BC}" destId="{80C040AA-FECE-AD48-974F-34C219A98254}" srcOrd="1" destOrd="0" presId="urn:microsoft.com/office/officeart/2005/8/layout/vProcess5"/>
    <dgm:cxn modelId="{D6E064B6-F565-5F4F-BF1E-3CBEDE2BC650}" type="presOf" srcId="{75C9900A-755D-4E02-9142-2CAEE4C22955}" destId="{A77A94CD-2D59-914F-AD8D-5F1A69C74C91}" srcOrd="0" destOrd="0" presId="urn:microsoft.com/office/officeart/2005/8/layout/vProcess5"/>
    <dgm:cxn modelId="{980E45E2-28BA-D64C-8EA3-F00A3B4BA515}" type="presOf" srcId="{64770CB3-2E28-48EE-B4B3-4DEB594A9DD9}" destId="{21659D00-44C8-2147-BE9F-AB8D137E328C}" srcOrd="0" destOrd="0" presId="urn:microsoft.com/office/officeart/2005/8/layout/vProcess5"/>
    <dgm:cxn modelId="{621F02F0-FBC4-2E42-B2AE-63ABD61E9B0F}" type="presOf" srcId="{84063BD8-AF8B-481D-8FD6-1C39C2A14D4C}" destId="{7FAAC919-73E9-EE46-9B2A-9831E69AD99B}" srcOrd="0" destOrd="0" presId="urn:microsoft.com/office/officeart/2005/8/layout/vProcess5"/>
    <dgm:cxn modelId="{BE4A98FC-35E7-CA46-BBD4-3EFEC6B42071}" type="presOf" srcId="{73FD93D0-2510-4DCB-885A-267D72ACC6BC}" destId="{EBEE9448-3418-2C45-9293-08B57A0C4EB7}" srcOrd="0" destOrd="0" presId="urn:microsoft.com/office/officeart/2005/8/layout/vProcess5"/>
    <dgm:cxn modelId="{97211B06-0F05-844C-B047-CCB625EF796A}" type="presParOf" srcId="{7FAAC919-73E9-EE46-9B2A-9831E69AD99B}" destId="{93421DBA-36B3-DC4B-9770-D8F822B65ED1}" srcOrd="0" destOrd="0" presId="urn:microsoft.com/office/officeart/2005/8/layout/vProcess5"/>
    <dgm:cxn modelId="{1D0F176B-BEAA-BA43-BB6F-3B907D57DE14}" type="presParOf" srcId="{7FAAC919-73E9-EE46-9B2A-9831E69AD99B}" destId="{2EA545CB-51CE-5247-8397-39C3B7D5060C}" srcOrd="1" destOrd="0" presId="urn:microsoft.com/office/officeart/2005/8/layout/vProcess5"/>
    <dgm:cxn modelId="{833F1D44-10FC-E743-83AC-83E22EE826A2}" type="presParOf" srcId="{7FAAC919-73E9-EE46-9B2A-9831E69AD99B}" destId="{EBEE9448-3418-2C45-9293-08B57A0C4EB7}" srcOrd="2" destOrd="0" presId="urn:microsoft.com/office/officeart/2005/8/layout/vProcess5"/>
    <dgm:cxn modelId="{2E28E6B1-C799-404A-B6FA-6B52E54DEDAB}" type="presParOf" srcId="{7FAAC919-73E9-EE46-9B2A-9831E69AD99B}" destId="{21659D00-44C8-2147-BE9F-AB8D137E328C}" srcOrd="3" destOrd="0" presId="urn:microsoft.com/office/officeart/2005/8/layout/vProcess5"/>
    <dgm:cxn modelId="{3F60923A-F5DC-E444-B9EA-F7D33D603EB8}" type="presParOf" srcId="{7FAAC919-73E9-EE46-9B2A-9831E69AD99B}" destId="{A77A94CD-2D59-914F-AD8D-5F1A69C74C91}" srcOrd="4" destOrd="0" presId="urn:microsoft.com/office/officeart/2005/8/layout/vProcess5"/>
    <dgm:cxn modelId="{2C4DAA48-58EE-4B49-9AF9-D09E7830252F}" type="presParOf" srcId="{7FAAC919-73E9-EE46-9B2A-9831E69AD99B}" destId="{A4E00A3A-4CD0-B243-A1A9-C20F8102E3C7}" srcOrd="5" destOrd="0" presId="urn:microsoft.com/office/officeart/2005/8/layout/vProcess5"/>
    <dgm:cxn modelId="{428965A9-CBDC-B44E-B953-2876E6F6D6DF}" type="presParOf" srcId="{7FAAC919-73E9-EE46-9B2A-9831E69AD99B}" destId="{41CC9717-1699-A746-8A17-8D9EF7323D9E}" srcOrd="6" destOrd="0" presId="urn:microsoft.com/office/officeart/2005/8/layout/vProcess5"/>
    <dgm:cxn modelId="{7C6FB25A-C4DE-B54E-BDB6-DA0DC985C4F5}" type="presParOf" srcId="{7FAAC919-73E9-EE46-9B2A-9831E69AD99B}" destId="{19EB744B-CFFD-ED4B-A9A9-4E37961351E0}" srcOrd="7" destOrd="0" presId="urn:microsoft.com/office/officeart/2005/8/layout/vProcess5"/>
    <dgm:cxn modelId="{9E16876A-69C0-8144-8092-47891FD9348B}" type="presParOf" srcId="{7FAAC919-73E9-EE46-9B2A-9831E69AD99B}" destId="{BF9390B9-B3CE-9445-A7DA-AB2451845E25}" srcOrd="8" destOrd="0" presId="urn:microsoft.com/office/officeart/2005/8/layout/vProcess5"/>
    <dgm:cxn modelId="{A4F031B0-8546-E640-8F1F-9C79EB637826}" type="presParOf" srcId="{7FAAC919-73E9-EE46-9B2A-9831E69AD99B}" destId="{80C040AA-FECE-AD48-974F-34C219A98254}" srcOrd="9" destOrd="0" presId="urn:microsoft.com/office/officeart/2005/8/layout/vProcess5"/>
    <dgm:cxn modelId="{1D6D8DA6-214B-A14A-8F1D-6A76CAD7B006}" type="presParOf" srcId="{7FAAC919-73E9-EE46-9B2A-9831E69AD99B}" destId="{1D03AD0A-FF61-1D4A-A329-4419E92D1337}" srcOrd="10" destOrd="0" presId="urn:microsoft.com/office/officeart/2005/8/layout/vProcess5"/>
    <dgm:cxn modelId="{2952B44E-9FDB-3C49-AE4D-6C37D6C1C0F0}" type="presParOf" srcId="{7FAAC919-73E9-EE46-9B2A-9831E69AD99B}" destId="{3E64A52F-FE3D-2F48-BB0F-F70AD47D106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39D6E-9A45-4108-9C0F-F24A7055F22E}">
      <dsp:nvSpPr>
        <dsp:cNvPr id="0" name=""/>
        <dsp:cNvSpPr/>
      </dsp:nvSpPr>
      <dsp:spPr>
        <a:xfrm>
          <a:off x="393299" y="12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83768-AB3A-467C-8EAD-A4E931B7FD88}">
      <dsp:nvSpPr>
        <dsp:cNvPr id="0" name=""/>
        <dsp:cNvSpPr/>
      </dsp:nvSpPr>
      <dsp:spPr>
        <a:xfrm>
          <a:off x="627299" y="36359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B8723-250E-4446-BD76-B7E0A93334B4}">
      <dsp:nvSpPr>
        <dsp:cNvPr id="0" name=""/>
        <dsp:cNvSpPr/>
      </dsp:nvSpPr>
      <dsp:spPr>
        <a:xfrm>
          <a:off x="42299" y="156959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What is Pipeline Builder?</a:t>
          </a:r>
        </a:p>
      </dsp:txBody>
      <dsp:txXfrm>
        <a:off x="42299" y="1569599"/>
        <a:ext cx="1800000" cy="720000"/>
      </dsp:txXfrm>
    </dsp:sp>
    <dsp:sp modelId="{6B9A0D8F-1E4D-4574-8AF8-34067B0330E8}">
      <dsp:nvSpPr>
        <dsp:cNvPr id="0" name=""/>
        <dsp:cNvSpPr/>
      </dsp:nvSpPr>
      <dsp:spPr>
        <a:xfrm>
          <a:off x="2508300" y="12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275588-0DAF-4A4C-B4D7-B077642C633C}">
      <dsp:nvSpPr>
        <dsp:cNvPr id="0" name=""/>
        <dsp:cNvSpPr/>
      </dsp:nvSpPr>
      <dsp:spPr>
        <a:xfrm>
          <a:off x="2742300" y="363599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D8209-FA54-4CAC-A679-C1861DACD9B9}">
      <dsp:nvSpPr>
        <dsp:cNvPr id="0" name=""/>
        <dsp:cNvSpPr/>
      </dsp:nvSpPr>
      <dsp:spPr>
        <a:xfrm>
          <a:off x="2157300" y="156959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Medallion Architecture Overview</a:t>
          </a:r>
        </a:p>
      </dsp:txBody>
      <dsp:txXfrm>
        <a:off x="2157300" y="1569599"/>
        <a:ext cx="1800000" cy="720000"/>
      </dsp:txXfrm>
    </dsp:sp>
    <dsp:sp modelId="{81AD1F1E-D13C-4BD4-80E4-35D29ACB3F76}">
      <dsp:nvSpPr>
        <dsp:cNvPr id="0" name=""/>
        <dsp:cNvSpPr/>
      </dsp:nvSpPr>
      <dsp:spPr>
        <a:xfrm>
          <a:off x="4623300" y="12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527190-8A03-4491-A24E-B693F0353DCE}">
      <dsp:nvSpPr>
        <dsp:cNvPr id="0" name=""/>
        <dsp:cNvSpPr/>
      </dsp:nvSpPr>
      <dsp:spPr>
        <a:xfrm>
          <a:off x="4857300" y="363599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33F4D-B5B7-474F-99AF-A046CCA92E13}">
      <dsp:nvSpPr>
        <dsp:cNvPr id="0" name=""/>
        <dsp:cNvSpPr/>
      </dsp:nvSpPr>
      <dsp:spPr>
        <a:xfrm>
          <a:off x="4272300" y="156959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Building Silver &amp; Gold Tables</a:t>
          </a:r>
        </a:p>
      </dsp:txBody>
      <dsp:txXfrm>
        <a:off x="4272300" y="1569599"/>
        <a:ext cx="1800000" cy="720000"/>
      </dsp:txXfrm>
    </dsp:sp>
    <dsp:sp modelId="{D92BA145-3E7E-400F-BE79-07261D258D1C}">
      <dsp:nvSpPr>
        <dsp:cNvPr id="0" name=""/>
        <dsp:cNvSpPr/>
      </dsp:nvSpPr>
      <dsp:spPr>
        <a:xfrm>
          <a:off x="6738300" y="12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7DF2C-64DC-40E9-A117-2B04718B2E86}">
      <dsp:nvSpPr>
        <dsp:cNvPr id="0" name=""/>
        <dsp:cNvSpPr/>
      </dsp:nvSpPr>
      <dsp:spPr>
        <a:xfrm>
          <a:off x="6972300" y="363599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29A12-9DB0-4FC6-86B1-996E16AD1769}">
      <dsp:nvSpPr>
        <dsp:cNvPr id="0" name=""/>
        <dsp:cNvSpPr/>
      </dsp:nvSpPr>
      <dsp:spPr>
        <a:xfrm>
          <a:off x="6387300" y="156959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Incremental Processing &amp; Scheduling</a:t>
          </a:r>
        </a:p>
      </dsp:txBody>
      <dsp:txXfrm>
        <a:off x="6387300" y="1569599"/>
        <a:ext cx="1800000" cy="720000"/>
      </dsp:txXfrm>
    </dsp:sp>
    <dsp:sp modelId="{9011FE9A-EFC6-442C-BCD3-DB9AFBAC8E28}">
      <dsp:nvSpPr>
        <dsp:cNvPr id="0" name=""/>
        <dsp:cNvSpPr/>
      </dsp:nvSpPr>
      <dsp:spPr>
        <a:xfrm>
          <a:off x="393299" y="273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B0C633-7B04-4377-B36F-61AB64AC4E6A}">
      <dsp:nvSpPr>
        <dsp:cNvPr id="0" name=""/>
        <dsp:cNvSpPr/>
      </dsp:nvSpPr>
      <dsp:spPr>
        <a:xfrm>
          <a:off x="627299" y="2973599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5F51C-924A-47D2-B019-2318B3482214}">
      <dsp:nvSpPr>
        <dsp:cNvPr id="0" name=""/>
        <dsp:cNvSpPr/>
      </dsp:nvSpPr>
      <dsp:spPr>
        <a:xfrm>
          <a:off x="42299" y="41796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Production Deployment on Databricks</a:t>
          </a:r>
        </a:p>
      </dsp:txBody>
      <dsp:txXfrm>
        <a:off x="42299" y="4179600"/>
        <a:ext cx="1800000" cy="720000"/>
      </dsp:txXfrm>
    </dsp:sp>
    <dsp:sp modelId="{F13FAC0F-4E18-4F3B-9131-6110D8E655A9}">
      <dsp:nvSpPr>
        <dsp:cNvPr id="0" name=""/>
        <dsp:cNvSpPr/>
      </dsp:nvSpPr>
      <dsp:spPr>
        <a:xfrm>
          <a:off x="2508300" y="273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79075-EE60-4B39-BDEA-F3A8830E059E}">
      <dsp:nvSpPr>
        <dsp:cNvPr id="0" name=""/>
        <dsp:cNvSpPr/>
      </dsp:nvSpPr>
      <dsp:spPr>
        <a:xfrm>
          <a:off x="2742300" y="2973599"/>
          <a:ext cx="630000" cy="6300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07610-0EA4-4BAC-BC73-6B33EE19AAE9}">
      <dsp:nvSpPr>
        <dsp:cNvPr id="0" name=""/>
        <dsp:cNvSpPr/>
      </dsp:nvSpPr>
      <dsp:spPr>
        <a:xfrm>
          <a:off x="2157300" y="41796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Real-World Example</a:t>
          </a:r>
        </a:p>
      </dsp:txBody>
      <dsp:txXfrm>
        <a:off x="2157300" y="4179600"/>
        <a:ext cx="1800000" cy="720000"/>
      </dsp:txXfrm>
    </dsp:sp>
    <dsp:sp modelId="{0FC75DA6-4342-4299-BF03-73E5870BF9BF}">
      <dsp:nvSpPr>
        <dsp:cNvPr id="0" name=""/>
        <dsp:cNvSpPr/>
      </dsp:nvSpPr>
      <dsp:spPr>
        <a:xfrm>
          <a:off x="4623300" y="273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F5DF09-AA26-411F-90B1-03D7DCC6F17C}">
      <dsp:nvSpPr>
        <dsp:cNvPr id="0" name=""/>
        <dsp:cNvSpPr/>
      </dsp:nvSpPr>
      <dsp:spPr>
        <a:xfrm>
          <a:off x="4857300" y="2973599"/>
          <a:ext cx="630000" cy="63000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C16FEF-3846-48A3-9CBA-6563AC2BECFE}">
      <dsp:nvSpPr>
        <dsp:cNvPr id="0" name=""/>
        <dsp:cNvSpPr/>
      </dsp:nvSpPr>
      <dsp:spPr>
        <a:xfrm>
          <a:off x="4272300" y="41796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Benefits &amp; ROI</a:t>
          </a:r>
        </a:p>
      </dsp:txBody>
      <dsp:txXfrm>
        <a:off x="4272300" y="4179600"/>
        <a:ext cx="1800000" cy="720000"/>
      </dsp:txXfrm>
    </dsp:sp>
    <dsp:sp modelId="{2DDB0233-6A7E-4FF4-96A6-C0ED5D343F93}">
      <dsp:nvSpPr>
        <dsp:cNvPr id="0" name=""/>
        <dsp:cNvSpPr/>
      </dsp:nvSpPr>
      <dsp:spPr>
        <a:xfrm>
          <a:off x="6738300" y="273959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CC04C-24EF-434A-A654-F371764F0FBD}">
      <dsp:nvSpPr>
        <dsp:cNvPr id="0" name=""/>
        <dsp:cNvSpPr/>
      </dsp:nvSpPr>
      <dsp:spPr>
        <a:xfrm>
          <a:off x="6972300" y="2973599"/>
          <a:ext cx="630000" cy="63000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5D70F-E8F4-4FC9-996D-89B0D07330B6}">
      <dsp:nvSpPr>
        <dsp:cNvPr id="0" name=""/>
        <dsp:cNvSpPr/>
      </dsp:nvSpPr>
      <dsp:spPr>
        <a:xfrm>
          <a:off x="6387300" y="41796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Q&amp;A</a:t>
          </a:r>
        </a:p>
      </dsp:txBody>
      <dsp:txXfrm>
        <a:off x="6387300" y="417960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A545CB-51CE-5247-8397-39C3B7D5060C}">
      <dsp:nvSpPr>
        <dsp:cNvPr id="0" name=""/>
        <dsp:cNvSpPr/>
      </dsp:nvSpPr>
      <dsp:spPr>
        <a:xfrm>
          <a:off x="0" y="0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Data lakehouse design pattern that organizes data into three quality layers:</a:t>
          </a:r>
          <a:endParaRPr lang="en-US" sz="2100" kern="1200"/>
        </a:p>
      </dsp:txBody>
      <dsp:txXfrm>
        <a:off x="24059" y="24059"/>
        <a:ext cx="5536435" cy="773317"/>
      </dsp:txXfrm>
    </dsp:sp>
    <dsp:sp modelId="{EBEE9448-3418-2C45-9293-08B57A0C4EB7}">
      <dsp:nvSpPr>
        <dsp:cNvPr id="0" name=""/>
        <dsp:cNvSpPr/>
      </dsp:nvSpPr>
      <dsp:spPr>
        <a:xfrm>
          <a:off x="543725" y="970787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• Bronze: Raw data (as-is, validated)</a:t>
          </a:r>
          <a:endParaRPr lang="en-US" sz="2100" kern="1200"/>
        </a:p>
      </dsp:txBody>
      <dsp:txXfrm>
        <a:off x="567784" y="994846"/>
        <a:ext cx="5366463" cy="773317"/>
      </dsp:txXfrm>
    </dsp:sp>
    <dsp:sp modelId="{21659D00-44C8-2147-BE9F-AB8D137E328C}">
      <dsp:nvSpPr>
        <dsp:cNvPr id="0" name=""/>
        <dsp:cNvSpPr/>
      </dsp:nvSpPr>
      <dsp:spPr>
        <a:xfrm>
          <a:off x="1079334" y="1941575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• Silver: Cleaned and enriched data</a:t>
          </a:r>
          <a:endParaRPr lang="en-US" sz="2100" kern="1200"/>
        </a:p>
      </dsp:txBody>
      <dsp:txXfrm>
        <a:off x="1103393" y="1965634"/>
        <a:ext cx="5374578" cy="773317"/>
      </dsp:txXfrm>
    </dsp:sp>
    <dsp:sp modelId="{A77A94CD-2D59-914F-AD8D-5F1A69C74C91}">
      <dsp:nvSpPr>
        <dsp:cNvPr id="0" name=""/>
        <dsp:cNvSpPr/>
      </dsp:nvSpPr>
      <dsp:spPr>
        <a:xfrm>
          <a:off x="1623059" y="2912363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• Gold: Business-ready analytics</a:t>
          </a:r>
          <a:endParaRPr lang="en-US" sz="2100" kern="1200"/>
        </a:p>
      </dsp:txBody>
      <dsp:txXfrm>
        <a:off x="1647118" y="2936422"/>
        <a:ext cx="5366463" cy="773317"/>
      </dsp:txXfrm>
    </dsp:sp>
    <dsp:sp modelId="{A4E00A3A-4CD0-B243-A1A9-C20F8102E3C7}">
      <dsp:nvSpPr>
        <dsp:cNvPr id="0" name=""/>
        <dsp:cNvSpPr/>
      </dsp:nvSpPr>
      <dsp:spPr>
        <a:xfrm>
          <a:off x="5958306" y="629145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078441" y="629145"/>
        <a:ext cx="293663" cy="401785"/>
      </dsp:txXfrm>
    </dsp:sp>
    <dsp:sp modelId="{41CC9717-1699-A746-8A17-8D9EF7323D9E}">
      <dsp:nvSpPr>
        <dsp:cNvPr id="0" name=""/>
        <dsp:cNvSpPr/>
      </dsp:nvSpPr>
      <dsp:spPr>
        <a:xfrm>
          <a:off x="6502031" y="1599932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22166" y="1599932"/>
        <a:ext cx="293663" cy="401785"/>
      </dsp:txXfrm>
    </dsp:sp>
    <dsp:sp modelId="{19EB744B-CFFD-ED4B-A9A9-4E37961351E0}">
      <dsp:nvSpPr>
        <dsp:cNvPr id="0" name=""/>
        <dsp:cNvSpPr/>
      </dsp:nvSpPr>
      <dsp:spPr>
        <a:xfrm>
          <a:off x="7037641" y="2570720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157776" y="2570720"/>
        <a:ext cx="293663" cy="4017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942996" y="4267832"/>
            <a:ext cx="3604497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0000"/>
                </a:solidFill>
              </a:defRPr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Pipeline Builder on Databricks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3224" y="3428999"/>
            <a:ext cx="3604268" cy="8388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defRPr sz="3200" b="1">
                <a:solidFill>
                  <a:srgbClr val="000000"/>
                </a:solidFill>
              </a:defRPr>
            </a:pPr>
            <a: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Creating and Maintaining Silver &amp; Gold Tables with Scheduled Incremental Runs</a:t>
            </a:r>
          </a:p>
        </p:txBody>
      </p:sp>
      <p:pic>
        <p:nvPicPr>
          <p:cNvPr id="7" name="Graphic 6" descr="Silo">
            <a:extLst>
              <a:ext uri="{FF2B5EF4-FFF2-40B4-BE49-F238E27FC236}">
                <a16:creationId xmlns:a16="http://schemas.microsoft.com/office/drawing/2014/main" id="{62CBDF72-E97A-5912-8DE1-07AD5EFFA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en-US"/>
              <a:t>Agenda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6FA5895-C5C7-98A3-6661-9F7E483960D1}"/>
              </a:ext>
            </a:extLst>
          </p:cNvPr>
          <p:cNvGraphicFramePr/>
          <p:nvPr/>
        </p:nvGraphicFramePr>
        <p:xfrm>
          <a:off x="457200" y="1371600"/>
          <a:ext cx="8229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80060" y="1243013"/>
            <a:ext cx="2891790" cy="437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0000"/>
                </a:solidFill>
              </a:defRPr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Challenge: Managing Data Pipelines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29150" y="3711326"/>
            <a:ext cx="3915918" cy="2323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200+ lines of complex Spark code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Manual dependency management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Scattered validation logic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Difficult debugging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No built-in error handling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Manual schema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2323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Data quality issues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Slow time-to-market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High maintenance costs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Lack of visibility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Incorrect business decisions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Resource consumption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80060" y="1243013"/>
            <a:ext cx="2891790" cy="437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0000"/>
                </a:solidFill>
              </a:defRPr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Pipeline Builder?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29150" y="5245768"/>
            <a:ext cx="3915918" cy="789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3200" b="1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Production-Ready Data Pipeline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4772" y="314561"/>
            <a:ext cx="4559968" cy="4616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rPr lang="en-US" sz="2400" dirty="0"/>
              <a:t>Transforms complex Spark development into clean, maintainable code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rPr lang="en-US" sz="2400" dirty="0"/>
              <a:t>Built on Medallion Architecture (Bronze → Silver → Gold)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rPr lang="en-US" sz="2400" dirty="0"/>
              <a:t>Key Benefits: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rPr lang="en-US" sz="2400" dirty="0"/>
              <a:t>✓ 70% less boilerplate code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rPr lang="en-US" sz="2400" dirty="0"/>
              <a:t>✓ Automatic dependency management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rPr lang="en-US" sz="2400" dirty="0"/>
              <a:t>✓ Built-in validation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rPr lang="en-US" sz="2400" dirty="0"/>
              <a:t>✓ Seamless incremental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80060" y="1243013"/>
            <a:ext cx="2891790" cy="437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0000"/>
                </a:solidFill>
              </a:defRPr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Why Databricks + Pipeline Builder?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29150" y="3801978"/>
            <a:ext cx="3915918" cy="2233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Managed Spark clusters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Delta Lake (ACID transactions)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Job scheduling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Enterprise security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Auto-scaling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Time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2323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70% less code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Automatic dependencies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Built-in validation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Production-ready patterns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Step-by-step debugging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lang="en-US" sz="2000" dirty="0"/>
              <a:t>Incremental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000000"/>
                </a:solidFill>
              </a:defRPr>
            </a:pPr>
            <a:r>
              <a:rPr lang="en-US" sz="2800"/>
              <a:t>Together = Powerful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80060" y="1243013"/>
            <a:ext cx="2891790" cy="437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0000"/>
                </a:solidFill>
              </a:defRPr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You'll Learn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29150" y="804672"/>
            <a:ext cx="3915918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1. How to build Silver and Gold tables on Databricks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2. How to schedule incremental updates automatically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3. Best practices for production deployment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4. Real-world examples and patterns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5. How to monitor and maintain pipelines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57250" y="990599"/>
            <a:ext cx="74295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000000"/>
                </a:solidFill>
              </a:defRPr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the Medallion Architecture?</a:t>
            </a:r>
          </a:p>
        </p:txBody>
      </p: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3C3AA563-1095-B369-B585-F6FFDEFD89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8779218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Bronze Layer: Raw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000000"/>
                </a:solidFill>
              </a:defRPr>
            </a:pPr>
            <a:r>
              <a:t>"Raw Materials Warehouse"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Preserve source data exactly as received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Stores in Delta Lake format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Applies basic validation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Tracks metadata and lineage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Supports incremental processing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Examples: Raw customer events, IoT sensors, transaction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Silver Layer: Cleaned and Enriched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000000"/>
                </a:solidFill>
              </a:defRPr>
            </a:pPr>
            <a:r>
              <a:t>"Quality Control Center"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Clean, standardize, and enrich data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Transforms Bronze data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Applies business rules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Higher quality standards (95%+)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Supports incremental updates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Examples: Customer events with profiles, sensor data with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Gold Layer: Business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000000"/>
                </a:solidFill>
              </a:defRPr>
            </a:pPr>
            <a:r>
              <a:t>"Finished Products Ready for Customers"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Aggregated metrics for dashboards and reports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Aggregates Silver data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Creates KPIs and summaries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Optimized for fast queries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Highest quality standards (98%+)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Examples: Daily revenue by category, customer lifetime value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Data Flow: Bronze → Silver → Gold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Raw Data Sources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↓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BRONZE LAYER (Raw Data • Validated)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↓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SILVER LAYER (Cleaned • Enriched)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↓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GOLD LAYER (Aggregated • Analytics Ready)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Benefits of Medallion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Data Quality: Progressive quality gates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Reliability: Independent reprocessing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Performance: Optimized storage and parallel processing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Maintainability: Clear dependencies and easy debugging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How Pipeline Builder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from pipeline_builder import PipelineBuilder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 = PipelineBuilder(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spark=spark,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schema="analytics"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PipelineBuilder: Constructs pipelines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PipelineRunner: Executes pipelines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Validation System: Enforces data quality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Validation System: Progressive Quality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rules = {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"user_id": ["not_null"],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"age": ["gt", 0],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"status": ["in", ["active", "inactive"]]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Bronze: 90%  →  Basic validation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Silver: 95%  →  Business rules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Gold:   98%  →  Final quality check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Parallel Execution: 3-5x Faster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Sequential Execution: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A: 2s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B: 2s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C: 2s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Total: 6s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Parallel Execution: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A: 2s ┐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B: 2s ├─ All concurrent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C: 2s ┘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Total: 2s 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Automatic Dependency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Pipeline Builder automatically knows dependencies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builder.with_bronze_rules(name="events", ...)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builder.add_silver_transform(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name="clean",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source_bronze="events", 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Detects dependencies between steps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Validates all dependencies exist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Orders execution correctly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Prevents circular dependencies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Code Comparison: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Before (Raw Spark):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200+ lines of complex code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Manual dependency management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Scattered validation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Difficult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After (Pipeline Builder):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20-30 lines of clean code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Automatic dependencies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Centralized validation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Easy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000000"/>
                </a:solidFill>
              </a:defRPr>
            </a:pPr>
            <a:r>
              <a:t>90% Code Reduction • 87% Faster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Databricks Deployment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Pattern 1: Single Notebook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Simple workflows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Quick prototypes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Sequential execution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Single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Pattern 2: Multi-Task Job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Production workflows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Complex pipelines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Different resources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Independent scaling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Pattern 1: Single Notebook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Configuration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target_schema = "analytics"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Build pipeline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 = PipelineBuilder(...)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builder.with_bronze_rules(...)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builder.add_silver_transform(...)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builder.add_gold_transform(...)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Execute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pipeline = builder.to_pipeline()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result = pipeline.run_initial_load(...)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All code in one notebook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Sequential execution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Simple to understand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Easy to test locally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Pattern 2: Multi-Task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Task Flow: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Task 1: Bronze Ingestion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↓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Task 2: Silver Processing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↓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Task 3: Gold Analytics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Job Configuration: Cluster &amp;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"job_clusters": [{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"new_cluster": {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"spark_version": "13.3.x-scala2.12",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"node_type_id": "i3.xlarge",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"autoscale": {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"min_workers": 2,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"max_workers": 8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}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}]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Auto-scaling: 2-8 workers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Delta optimizations enabled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Adaptive query execution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Node type: i3.xlarge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Scheduling: Automate Your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Check if initial load needed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if tables_exist: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result = pipeline.run_incremental(...)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result = pipeline.run_initial_load(...)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Daily at 2 AM: "0 0 2 * * ?"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Common Patterns: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• Daily: "0 0 2 * * ?"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• Hourly: "0 0 */1 * * ?"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• Weekly: "0 0 0 * * MON"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Cluster Optimization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For Bronze/Silver/Gold: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Larger nodes: i3.xlarge+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Auto-scaling enabled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Delta optimizations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For Logging: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Smaller nodes: i3.large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Fixed size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Minimal Spark config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Building a Complete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1. Initialize Builder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2. Define Bronze Layer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3. Create Silver Layer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4. Create Gold Layer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5. Build and Execute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Step 1: Initialize Builder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from pipeline_builder import PipelineBuilder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from pyspark.sql import SparkSession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Initialize Spark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spark = SparkSession.builder.getOrCreate()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Create schema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target_schema = "analytics"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spark.sql(f"CREATE SCHEMA IF NOT EXISTS {target_schema}")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Initialize PipelineBuilder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 = PipelineBuilder(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spark=spark,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schema=target_schema,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min_bronze_rate=90.0,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min_silver_rate=95.0,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min_gold_rate=98.0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Step 2: Define Bronze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Load source data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source_df = spark.read.parquet("/mnt/raw/user_events/")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Define Bronze validation rules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builder.with_bronze_rules(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name="events",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rules={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"user_id": [F.col("user_id").isNotNull()],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"timestamp": [F.col("timestamp").isNotNull()],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"value": [F.col("value").isNotNull(), 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          F.col("value") &gt; 0],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incremental_col="timestamp"  # Enable incremental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Validates raw data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Stores in Delta table: analytics.events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Enables incremental processing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Tracks metadata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Step 3: Create Silver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Define Silver transformation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def enrich_events(spark, bronze_df, prior_silvers):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return 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bronze_df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.withColumn("event_date", F.to_date("timestamp"))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.withColumn("hour", F.hour("timestamp"))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.filter(F.col("user_id").isNotNull())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Add Silver transform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builder.add_silver_transform(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name="enriched_events",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source_bronze="events",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transform=enrich_events,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rules={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"user_id": [F.col("user_id").isNotNull()],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"event_date": [F.col("event_date").isNotNull()],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table_name="enriched_events"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Step 4: Create Gold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Define Gold aggregation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def daily_analytics(spark, silvers):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return 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silvers["enriched_events"]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.groupBy("event_date")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.agg(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    F.count("*").alias("total_events"),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    F.sum("value").alias("total_revenue"),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    F.countDistinct("user_id").alias("unique_users")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Add Gold transform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builder.add_gold_transform(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name="daily_analytics",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source_silvers=["enriched_events"],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transform=daily_analytics,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rules={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"event_date": [F.col("event_date").isNotNull()],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"total_revenue": [F.col("total_revenue") &gt;= 0],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table_name="daily_analytics"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Step 5: Execute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Build the pipeline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pipeline = builder.to_pipeline()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Execute initial load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result = pipeline.run_initial_load(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bronze_sources={"events": source_df}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Check results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print(f"Status: {result.status}")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print(f"Rows Written: {result.metrics.total_rows_written}")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print(f"Duration: {result.metrics.total_duration_secs:.2f}s")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✅ Tables Created: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• analytics.events (Bronze)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• analytics.enriched_events (Silver)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• analytics.daily_analytics (Gold)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Verify Tables Created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Verify Bronze table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bronze_table = spark.table("analytics.events")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print(f"Bronze rows: {bronze_table.count()}")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bronze_table.show(5)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Verify Silver table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silver_table = spark.table("analytics.enriched_events")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print(f"Silver rows: {silver_table.count()}")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silver_table.show(5)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Verify Gold table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gold_table = spark.table("analytics.daily_analytics")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print(f"Gold rows: {gold_table.count()}")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gold_table.show(10)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Why Incremental Processing?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The Problem: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Processing all data is slow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New data arrives continuously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We only need new/changed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The Solution: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Process only new/changed data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Faster execution (minutes vs hours)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Lower compute costs (70% reduction)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More frequent updates possible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How Incremental Runs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Incremental Column: Timestamp tracks data age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Delta Lake Time Travel: Tracks processed data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Automatic Filtering: Only processes new data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Flow: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1. Check last processed timestamp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2. Filter new data (timestamp &gt; last_processed)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3. Process only new rows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4. Update tables incrementally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5. Update last processed timestamp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Configuring Incremental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Step 1: Define incremental column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builder.with_bronze_rules(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name="events",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incremental_col="timestamp"  # ← Enables incremental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Step 2: Run initial load (first time)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result = pipeline.run_initial_load(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bronze_sources={"events": source_df}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Step 3: Run incremental updates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new_data_df = spark.read.parquet("/mnt/raw/user_events/")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result = pipeline.run_incremental(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bronze_sources={"events": new_data_df}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Incremental 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Initial Load (First Run)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├─ Process ALL historical data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├─ Create Bronze/Silver/Gold tables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└─ Store last processed timestamp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↓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Incremental Run (Scheduled)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├─ Load new data (since last run)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├─ Filter: timestamp &gt; last_processed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├─ Process only new rows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├─ Append to Bronze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├─ Update Silver (incremental)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├─ Recalculate Gold (overwrite)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└─ Update last processed timestamp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Scheduling Incremental Updates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"schedule": {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"quartz_cron_expression": "0 0 2 * * ?",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"timezone_id": "America/Los_Angeles",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"pause_status": "UNPAUSED"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Option 1: Job Schedule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Daily at 2 AM: "0 0 2 * * ?"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Option 2: Programmatic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# Check if initial load needed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tables_exist = spark.sql(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f"SHOW TABLES IN {target_schema}"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).count() &gt; 0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if tables_exist: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result = pipeline.run_incremental(...)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else: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result = pipeline.run_initial_load(...)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Full Refresh vs Incremental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Initial Load (Full Refresh):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First time running pipeline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Schema changes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Data quality issues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Manual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Incremental: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Regular scheduled updates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New data arrives continuously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Standard production operation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Daily/hourly updates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Silver &amp; Gold Processing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Silver Layer: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Incremental Append (default)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- Only new/changed data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- Faster for large datasets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Overwrite (if no incremental_col)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- Full refresh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- Ensures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Gold Layer: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Always Overwrite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- Aggregations recalculated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- Ensures correct totals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- Performance still good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- (Silver is incremental)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Monitoring Incremental Runs</a:t>
            </a:r>
          </a:p>
        </p:txBody>
      </p:sp>
      <p:sp>
        <p:nvSpPr>
          <p:cNvPr id="3" name="Rectangl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562" y="974558"/>
            <a:ext cx="5807644" cy="5644659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3482" y="974558"/>
            <a:ext cx="5639804" cy="55040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from </a:t>
            </a:r>
            <a:r>
              <a:rPr sz="1600" dirty="0" err="1"/>
              <a:t>pipeline_builder</a:t>
            </a:r>
            <a:r>
              <a:rPr sz="1600" dirty="0"/>
              <a:t> import </a:t>
            </a:r>
            <a:r>
              <a:rPr sz="1600" dirty="0" err="1"/>
              <a:t>LogWriter</a:t>
            </a:r>
            <a:endParaRPr sz="1600" dirty="0"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 sz="1600" dirty="0"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writer = </a:t>
            </a:r>
            <a:r>
              <a:rPr sz="1600" dirty="0" err="1"/>
              <a:t>LogWriter</a:t>
            </a:r>
            <a:r>
              <a:rPr sz="1600" dirty="0"/>
              <a:t>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spark=spark,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schema="monitoring",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table_name</a:t>
            </a:r>
            <a:r>
              <a:rPr sz="1600" dirty="0"/>
              <a:t>="</a:t>
            </a:r>
            <a:r>
              <a:rPr sz="1600" dirty="0" err="1"/>
              <a:t>pipeline_logs</a:t>
            </a:r>
            <a:r>
              <a:rPr sz="1600" dirty="0"/>
              <a:t>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 sz="1600" dirty="0"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Log initial load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 err="1"/>
              <a:t>writer.create_table</a:t>
            </a:r>
            <a:r>
              <a:rPr sz="1600" dirty="0"/>
              <a:t>(</a:t>
            </a:r>
            <a:r>
              <a:rPr sz="1600" dirty="0" err="1"/>
              <a:t>result_initial</a:t>
            </a:r>
            <a:r>
              <a:rPr sz="1600" dirty="0"/>
              <a:t>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 sz="1600" dirty="0"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Log incremental runs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 err="1"/>
              <a:t>writer.append</a:t>
            </a:r>
            <a:r>
              <a:rPr sz="1600" dirty="0"/>
              <a:t>(result_inc1)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 err="1"/>
              <a:t>writer.append</a:t>
            </a:r>
            <a:r>
              <a:rPr sz="1600" dirty="0"/>
              <a:t>(result_inc2)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 sz="1600" dirty="0"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Query history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logs = </a:t>
            </a:r>
            <a:r>
              <a:rPr sz="1600" dirty="0" err="1"/>
              <a:t>spark.table</a:t>
            </a:r>
            <a:r>
              <a:rPr sz="1600" dirty="0"/>
              <a:t>("</a:t>
            </a:r>
            <a:r>
              <a:rPr sz="1600" dirty="0" err="1"/>
              <a:t>monitoring.pipeline_logs</a:t>
            </a:r>
            <a:r>
              <a:rPr sz="1600" dirty="0"/>
              <a:t>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 err="1"/>
              <a:t>recent_runs</a:t>
            </a:r>
            <a:r>
              <a:rPr sz="1600" dirty="0"/>
              <a:t> = </a:t>
            </a:r>
            <a:r>
              <a:rPr sz="1600" dirty="0" err="1"/>
              <a:t>logs.filter</a:t>
            </a:r>
            <a:r>
              <a:rPr sz="1600" dirty="0"/>
              <a:t>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"</a:t>
            </a:r>
            <a:r>
              <a:rPr sz="1600" dirty="0" err="1"/>
              <a:t>run_started_at</a:t>
            </a:r>
            <a:r>
              <a:rPr sz="1600" dirty="0"/>
              <a:t> &gt;= </a:t>
            </a:r>
            <a:r>
              <a:rPr sz="1600" dirty="0" err="1"/>
              <a:t>current_date</a:t>
            </a:r>
            <a:r>
              <a:rPr sz="1600" dirty="0"/>
              <a:t>() - 7"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0011" y="2225842"/>
            <a:ext cx="3043989" cy="2139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Tracks: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Run ID, timestamps, mode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Success/failure status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Rows processed/written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Duration, validation rates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Error messages (if any)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Production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1. Schema Management: Always create schemas explicitly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2. Data Quality: Set appropriate validation thresholds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3. Resource Management: Configure timeouts and retries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4. Error Handling: Comprehensive try/catch blocks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5. Monitoring: Use LogWriter for execution tracking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Error Handling &amp;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try: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result = pipeline.run_incremental(...)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if result.status != "completed":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error_msg = f"Pipeline failed: {result.errors}"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logger.error(error_msg)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send_alert(error_msg)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raise Exception(error_msg)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except Exception as e: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logger.error(f"Pipeline failed: {e}")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send_alert(f"Exception: {e}")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raise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Monitoring: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LogWriter tracks all executions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Query execution history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Performance trends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Error tracking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Data quality metrics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Performance Optimization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1. Cluster Sizing: Right-size for workload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2. Delta Optimizations: Auto-compact, optimize writes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3. Parallel Execution: Enable for independent steps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4. Data Partitioning: Partition large tables by date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5. Query Optimization: Keep statistics updated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1. Access Control: Configure permissions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2. Data Lineage: Automatic tracking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3. Audit Logging: Comprehensive execution logs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4. Schema Validation: Automatic schema checks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Real-World Example: E-Commerce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Business Requirements: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Bronze: Store raw customer events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Silver: Clean and enrich with profiles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Gold: Daily business metrics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Pipeline: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Bronze: customer_events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Silver: enriched_events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Gold: daily_revenue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Complete Pipeline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from pipeline_builder import PipelineBuilder, LogWriter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from pyspark.sql import SparkSession, functions as F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Initialize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spark = SparkSession.builder.getOrCreate()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target_schema = "ecommerce_analytics"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Build pipeline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 = PipelineBuilder(spark=spark, schema=target_schema)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Bronze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builder.with_bronze_rules(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name="customer_events",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rules={"user_id": ["not_null"], "price": ["gt", 0]},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incremental_col="timestamp"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Silver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def enrich_events(spark, bronze_df, prior_silvers):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return bronze_df.withColumn("event_date", 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                        F.to_date("timestamp"))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builder.add_silver_transform(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name="enriched_events",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source_bronze="customer_events",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transform=enrich_events,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rules={"event_date": ["not_null"]},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table_name="enriched_events"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# Gold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def daily_analytics(spark, silvers):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return silvers["enriched_events"].groupBy("event_date").agg(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    F.sum("price").alias("total_revenue")</a:t>
            </a:r>
          </a:p>
          <a:p>
            <a:pPr>
              <a:spcAft>
                <a:spcPts val="200"/>
              </a:spcAft>
              <a:defRPr sz="18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Results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✅ Tables Created: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analytics.customer_events (Bronze)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analytics.enriched_events (Silver)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analytics.daily_revenue (Gold)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Monitoring: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Execution logged in monitoring.pipeline_logs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Track success rates, durations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Monitor data quality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Development Time Savings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Before:  200+ lines, 4+ hours per pipeline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After:   20-30 lines, 30 minutes per pipeline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Result:  87% faster development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Metrics: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90% code reduction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87% faster development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60% less maintenance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Performance &amp; Cost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Performance: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3-5x faster execution (parallel)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Incremental processing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(minutes vs hours)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Better resource utilization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Cost: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70% compute cost reduction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Lower maintenance costs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Faster time-to-market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ROI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Annual Savings per Pipeline: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Development: $4,200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Maintenance: $6,000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Compute: $4,200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─────────────────────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Total: $14,400/year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For 10 Pipelines: $144,000/year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1. Medallion Architecture provides clear data quality progression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2. Pipeline Builder simplifies development (70% less code)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3. Incremental processing enables efficient updates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4. Databricks integration provides enterprise deployment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5. Real-world examples demonstrate production patterns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Next Steps: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Install: pip install pipeline_builder[pyspark]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Review examples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Build your first pipeline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Deploy to Databricks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000000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Resources: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• Documentation: sparkforge.readthedocs.io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• GitHub: github.com/eddiethedean/sparkforge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• Examples: examples/databricks/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3404</Words>
  <Application>Microsoft Macintosh PowerPoint</Application>
  <PresentationFormat>On-screen Show (4:3)</PresentationFormat>
  <Paragraphs>595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Odos Matthews</cp:lastModifiedBy>
  <cp:revision>2</cp:revision>
  <dcterms:created xsi:type="dcterms:W3CDTF">2013-01-27T09:14:16Z</dcterms:created>
  <dcterms:modified xsi:type="dcterms:W3CDTF">2025-12-03T17:21:16Z</dcterms:modified>
  <cp:category/>
</cp:coreProperties>
</file>